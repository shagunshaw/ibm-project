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50" b="0" i="0">
                <a:solidFill>
                  <a:srgbClr val="464444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rgbClr val="464444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rgbClr val="464444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rgbClr val="464444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rgbClr val="464444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0454" y="7628542"/>
            <a:ext cx="7907544" cy="265845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47839" cy="41147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3335660" y="863840"/>
            <a:ext cx="3492500" cy="590550"/>
          </a:xfrm>
          <a:custGeom>
            <a:avLst/>
            <a:gdLst/>
            <a:ahLst/>
            <a:cxnLst/>
            <a:rect l="l" t="t" r="r" b="b"/>
            <a:pathLst>
              <a:path w="3492500" h="590550">
                <a:moveTo>
                  <a:pt x="3055201" y="161823"/>
                </a:moveTo>
                <a:lnTo>
                  <a:pt x="3048482" y="155105"/>
                </a:lnTo>
                <a:lnTo>
                  <a:pt x="270230" y="155105"/>
                </a:lnTo>
                <a:lnTo>
                  <a:pt x="261632" y="153644"/>
                </a:lnTo>
                <a:lnTo>
                  <a:pt x="216763" y="136321"/>
                </a:lnTo>
                <a:lnTo>
                  <a:pt x="195186" y="93294"/>
                </a:lnTo>
                <a:lnTo>
                  <a:pt x="169811" y="0"/>
                </a:lnTo>
                <a:lnTo>
                  <a:pt x="153657" y="95351"/>
                </a:lnTo>
                <a:lnTo>
                  <a:pt x="136372" y="140271"/>
                </a:lnTo>
                <a:lnTo>
                  <a:pt x="93345" y="161861"/>
                </a:lnTo>
                <a:lnTo>
                  <a:pt x="0" y="187236"/>
                </a:lnTo>
                <a:lnTo>
                  <a:pt x="95351" y="203390"/>
                </a:lnTo>
                <a:lnTo>
                  <a:pt x="140258" y="220662"/>
                </a:lnTo>
                <a:lnTo>
                  <a:pt x="161848" y="263639"/>
                </a:lnTo>
                <a:lnTo>
                  <a:pt x="187236" y="356908"/>
                </a:lnTo>
                <a:lnTo>
                  <a:pt x="203377" y="261645"/>
                </a:lnTo>
                <a:lnTo>
                  <a:pt x="220649" y="216763"/>
                </a:lnTo>
                <a:lnTo>
                  <a:pt x="263639" y="195199"/>
                </a:lnTo>
                <a:lnTo>
                  <a:pt x="300215" y="185242"/>
                </a:lnTo>
                <a:lnTo>
                  <a:pt x="3048482" y="185242"/>
                </a:lnTo>
                <a:lnTo>
                  <a:pt x="3055201" y="178523"/>
                </a:lnTo>
                <a:lnTo>
                  <a:pt x="3055201" y="161823"/>
                </a:lnTo>
                <a:close/>
              </a:path>
              <a:path w="3492500" h="590550">
                <a:moveTo>
                  <a:pt x="3491941" y="395325"/>
                </a:moveTo>
                <a:lnTo>
                  <a:pt x="3485223" y="388480"/>
                </a:lnTo>
                <a:lnTo>
                  <a:pt x="706907" y="388480"/>
                </a:lnTo>
                <a:lnTo>
                  <a:pt x="698373" y="387032"/>
                </a:lnTo>
                <a:lnTo>
                  <a:pt x="653503" y="369760"/>
                </a:lnTo>
                <a:lnTo>
                  <a:pt x="631926" y="326783"/>
                </a:lnTo>
                <a:lnTo>
                  <a:pt x="606552" y="233514"/>
                </a:lnTo>
                <a:lnTo>
                  <a:pt x="590397" y="328790"/>
                </a:lnTo>
                <a:lnTo>
                  <a:pt x="573112" y="373659"/>
                </a:lnTo>
                <a:lnTo>
                  <a:pt x="530098" y="395236"/>
                </a:lnTo>
                <a:lnTo>
                  <a:pt x="436740" y="420611"/>
                </a:lnTo>
                <a:lnTo>
                  <a:pt x="532091" y="436778"/>
                </a:lnTo>
                <a:lnTo>
                  <a:pt x="577011" y="454101"/>
                </a:lnTo>
                <a:lnTo>
                  <a:pt x="598601" y="497128"/>
                </a:lnTo>
                <a:lnTo>
                  <a:pt x="623976" y="590423"/>
                </a:lnTo>
                <a:lnTo>
                  <a:pt x="640118" y="495071"/>
                </a:lnTo>
                <a:lnTo>
                  <a:pt x="657390" y="450151"/>
                </a:lnTo>
                <a:lnTo>
                  <a:pt x="700379" y="428561"/>
                </a:lnTo>
                <a:lnTo>
                  <a:pt x="736968" y="418604"/>
                </a:lnTo>
                <a:lnTo>
                  <a:pt x="3485223" y="418604"/>
                </a:lnTo>
                <a:lnTo>
                  <a:pt x="3491941" y="411899"/>
                </a:lnTo>
                <a:lnTo>
                  <a:pt x="3491941" y="395325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4203426" y="602347"/>
            <a:ext cx="3055620" cy="357505"/>
          </a:xfrm>
          <a:custGeom>
            <a:avLst/>
            <a:gdLst/>
            <a:ahLst/>
            <a:cxnLst/>
            <a:rect l="l" t="t" r="r" b="b"/>
            <a:pathLst>
              <a:path w="3055619" h="357505">
                <a:moveTo>
                  <a:pt x="3055061" y="161810"/>
                </a:moveTo>
                <a:lnTo>
                  <a:pt x="3048343" y="155092"/>
                </a:lnTo>
                <a:lnTo>
                  <a:pt x="270433" y="155092"/>
                </a:lnTo>
                <a:lnTo>
                  <a:pt x="261556" y="153581"/>
                </a:lnTo>
                <a:lnTo>
                  <a:pt x="216649" y="136258"/>
                </a:lnTo>
                <a:lnTo>
                  <a:pt x="195059" y="93268"/>
                </a:lnTo>
                <a:lnTo>
                  <a:pt x="169672" y="0"/>
                </a:lnTo>
                <a:lnTo>
                  <a:pt x="153530" y="95338"/>
                </a:lnTo>
                <a:lnTo>
                  <a:pt x="136258" y="140246"/>
                </a:lnTo>
                <a:lnTo>
                  <a:pt x="93268" y="161785"/>
                </a:lnTo>
                <a:lnTo>
                  <a:pt x="0" y="187083"/>
                </a:lnTo>
                <a:lnTo>
                  <a:pt x="95275" y="203314"/>
                </a:lnTo>
                <a:lnTo>
                  <a:pt x="140144" y="220637"/>
                </a:lnTo>
                <a:lnTo>
                  <a:pt x="161721" y="263626"/>
                </a:lnTo>
                <a:lnTo>
                  <a:pt x="187096" y="356895"/>
                </a:lnTo>
                <a:lnTo>
                  <a:pt x="203263" y="261556"/>
                </a:lnTo>
                <a:lnTo>
                  <a:pt x="220586" y="216649"/>
                </a:lnTo>
                <a:lnTo>
                  <a:pt x="263613" y="195110"/>
                </a:lnTo>
                <a:lnTo>
                  <a:pt x="300558" y="185089"/>
                </a:lnTo>
                <a:lnTo>
                  <a:pt x="3048343" y="185089"/>
                </a:lnTo>
                <a:lnTo>
                  <a:pt x="3055061" y="178371"/>
                </a:lnTo>
                <a:lnTo>
                  <a:pt x="3055061" y="161810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460296" y="9068295"/>
            <a:ext cx="3492500" cy="590550"/>
          </a:xfrm>
          <a:custGeom>
            <a:avLst/>
            <a:gdLst/>
            <a:ahLst/>
            <a:cxnLst/>
            <a:rect l="l" t="t" r="r" b="b"/>
            <a:pathLst>
              <a:path w="3492500" h="590550">
                <a:moveTo>
                  <a:pt x="3055201" y="420598"/>
                </a:moveTo>
                <a:lnTo>
                  <a:pt x="2961843" y="395224"/>
                </a:lnTo>
                <a:lnTo>
                  <a:pt x="2918828" y="373646"/>
                </a:lnTo>
                <a:lnTo>
                  <a:pt x="2901531" y="328777"/>
                </a:lnTo>
                <a:lnTo>
                  <a:pt x="2885389" y="233502"/>
                </a:lnTo>
                <a:lnTo>
                  <a:pt x="2860002" y="326771"/>
                </a:lnTo>
                <a:lnTo>
                  <a:pt x="2838437" y="369760"/>
                </a:lnTo>
                <a:lnTo>
                  <a:pt x="2793555" y="387032"/>
                </a:lnTo>
                <a:lnTo>
                  <a:pt x="2785084" y="388467"/>
                </a:lnTo>
                <a:lnTo>
                  <a:pt x="6705" y="388467"/>
                </a:lnTo>
                <a:lnTo>
                  <a:pt x="0" y="395312"/>
                </a:lnTo>
                <a:lnTo>
                  <a:pt x="0" y="411886"/>
                </a:lnTo>
                <a:lnTo>
                  <a:pt x="6705" y="418604"/>
                </a:lnTo>
                <a:lnTo>
                  <a:pt x="2754998" y="418604"/>
                </a:lnTo>
                <a:lnTo>
                  <a:pt x="2791561" y="428548"/>
                </a:lnTo>
                <a:lnTo>
                  <a:pt x="2834538" y="450138"/>
                </a:lnTo>
                <a:lnTo>
                  <a:pt x="2851810" y="495058"/>
                </a:lnTo>
                <a:lnTo>
                  <a:pt x="2867964" y="590410"/>
                </a:lnTo>
                <a:lnTo>
                  <a:pt x="2893339" y="497116"/>
                </a:lnTo>
                <a:lnTo>
                  <a:pt x="2902915" y="470852"/>
                </a:lnTo>
                <a:lnTo>
                  <a:pt x="2914929" y="454088"/>
                </a:lnTo>
                <a:lnTo>
                  <a:pt x="2932773" y="443750"/>
                </a:lnTo>
                <a:lnTo>
                  <a:pt x="2959849" y="436765"/>
                </a:lnTo>
                <a:lnTo>
                  <a:pt x="3055201" y="420598"/>
                </a:lnTo>
                <a:close/>
              </a:path>
              <a:path w="3492500" h="590550">
                <a:moveTo>
                  <a:pt x="3491941" y="187236"/>
                </a:moveTo>
                <a:lnTo>
                  <a:pt x="3398583" y="161848"/>
                </a:lnTo>
                <a:lnTo>
                  <a:pt x="3355568" y="140258"/>
                </a:lnTo>
                <a:lnTo>
                  <a:pt x="3338271" y="95351"/>
                </a:lnTo>
                <a:lnTo>
                  <a:pt x="3322129" y="0"/>
                </a:lnTo>
                <a:lnTo>
                  <a:pt x="3296755" y="93281"/>
                </a:lnTo>
                <a:lnTo>
                  <a:pt x="3275177" y="136309"/>
                </a:lnTo>
                <a:lnTo>
                  <a:pt x="3230308" y="153631"/>
                </a:lnTo>
                <a:lnTo>
                  <a:pt x="3221698" y="155092"/>
                </a:lnTo>
                <a:lnTo>
                  <a:pt x="443458" y="155092"/>
                </a:lnTo>
                <a:lnTo>
                  <a:pt x="436740" y="161810"/>
                </a:lnTo>
                <a:lnTo>
                  <a:pt x="436740" y="178523"/>
                </a:lnTo>
                <a:lnTo>
                  <a:pt x="443458" y="185229"/>
                </a:lnTo>
                <a:lnTo>
                  <a:pt x="3191700" y="185229"/>
                </a:lnTo>
                <a:lnTo>
                  <a:pt x="3228302" y="195186"/>
                </a:lnTo>
                <a:lnTo>
                  <a:pt x="3271278" y="216763"/>
                </a:lnTo>
                <a:lnTo>
                  <a:pt x="3288550" y="261632"/>
                </a:lnTo>
                <a:lnTo>
                  <a:pt x="3304705" y="356895"/>
                </a:lnTo>
                <a:lnTo>
                  <a:pt x="3330079" y="263626"/>
                </a:lnTo>
                <a:lnTo>
                  <a:pt x="3339655" y="237388"/>
                </a:lnTo>
                <a:lnTo>
                  <a:pt x="3351669" y="220649"/>
                </a:lnTo>
                <a:lnTo>
                  <a:pt x="3369526" y="210337"/>
                </a:lnTo>
                <a:lnTo>
                  <a:pt x="3396589" y="203377"/>
                </a:lnTo>
                <a:lnTo>
                  <a:pt x="3491941" y="187236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029411" y="8806789"/>
            <a:ext cx="3055620" cy="357505"/>
          </a:xfrm>
          <a:custGeom>
            <a:avLst/>
            <a:gdLst/>
            <a:ahLst/>
            <a:cxnLst/>
            <a:rect l="l" t="t" r="r" b="b"/>
            <a:pathLst>
              <a:path w="3055620" h="357504">
                <a:moveTo>
                  <a:pt x="3055048" y="187096"/>
                </a:moveTo>
                <a:lnTo>
                  <a:pt x="2961779" y="161798"/>
                </a:lnTo>
                <a:lnTo>
                  <a:pt x="2918803" y="140246"/>
                </a:lnTo>
                <a:lnTo>
                  <a:pt x="2901531" y="95351"/>
                </a:lnTo>
                <a:lnTo>
                  <a:pt x="2885389" y="0"/>
                </a:lnTo>
                <a:lnTo>
                  <a:pt x="2860002" y="93268"/>
                </a:lnTo>
                <a:lnTo>
                  <a:pt x="2838412" y="136258"/>
                </a:lnTo>
                <a:lnTo>
                  <a:pt x="2793504" y="153581"/>
                </a:lnTo>
                <a:lnTo>
                  <a:pt x="2784551" y="155105"/>
                </a:lnTo>
                <a:lnTo>
                  <a:pt x="6705" y="155105"/>
                </a:lnTo>
                <a:lnTo>
                  <a:pt x="0" y="161810"/>
                </a:lnTo>
                <a:lnTo>
                  <a:pt x="0" y="178384"/>
                </a:lnTo>
                <a:lnTo>
                  <a:pt x="6705" y="185089"/>
                </a:lnTo>
                <a:lnTo>
                  <a:pt x="2754477" y="185089"/>
                </a:lnTo>
                <a:lnTo>
                  <a:pt x="2791434" y="195110"/>
                </a:lnTo>
                <a:lnTo>
                  <a:pt x="2834462" y="216649"/>
                </a:lnTo>
                <a:lnTo>
                  <a:pt x="2851785" y="261556"/>
                </a:lnTo>
                <a:lnTo>
                  <a:pt x="2867964" y="356908"/>
                </a:lnTo>
                <a:lnTo>
                  <a:pt x="2893339" y="263626"/>
                </a:lnTo>
                <a:lnTo>
                  <a:pt x="2902902" y="237388"/>
                </a:lnTo>
                <a:lnTo>
                  <a:pt x="2914916" y="220637"/>
                </a:lnTo>
                <a:lnTo>
                  <a:pt x="2932747" y="210299"/>
                </a:lnTo>
                <a:lnTo>
                  <a:pt x="2959785" y="203314"/>
                </a:lnTo>
                <a:lnTo>
                  <a:pt x="3055048" y="187096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7078187" y="7349039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176018" y="352138"/>
                </a:moveTo>
                <a:lnTo>
                  <a:pt x="159952" y="214659"/>
                </a:lnTo>
                <a:lnTo>
                  <a:pt x="0" y="176120"/>
                </a:lnTo>
                <a:lnTo>
                  <a:pt x="137479" y="160053"/>
                </a:lnTo>
                <a:lnTo>
                  <a:pt x="144902" y="156393"/>
                </a:lnTo>
                <a:lnTo>
                  <a:pt x="156291" y="145004"/>
                </a:lnTo>
                <a:lnTo>
                  <a:pt x="159952" y="137581"/>
                </a:lnTo>
                <a:lnTo>
                  <a:pt x="176018" y="0"/>
                </a:lnTo>
                <a:lnTo>
                  <a:pt x="192084" y="137581"/>
                </a:lnTo>
                <a:lnTo>
                  <a:pt x="195745" y="145004"/>
                </a:lnTo>
                <a:lnTo>
                  <a:pt x="207134" y="156393"/>
                </a:lnTo>
                <a:lnTo>
                  <a:pt x="214557" y="160053"/>
                </a:lnTo>
                <a:lnTo>
                  <a:pt x="352037" y="176120"/>
                </a:lnTo>
                <a:lnTo>
                  <a:pt x="214557" y="192186"/>
                </a:lnTo>
                <a:lnTo>
                  <a:pt x="207134" y="195847"/>
                </a:lnTo>
                <a:lnTo>
                  <a:pt x="195745" y="207236"/>
                </a:lnTo>
                <a:lnTo>
                  <a:pt x="192084" y="214659"/>
                </a:lnTo>
                <a:lnTo>
                  <a:pt x="176018" y="352138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7078187" y="8126428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176018" y="352037"/>
                </a:moveTo>
                <a:lnTo>
                  <a:pt x="159952" y="214557"/>
                </a:lnTo>
                <a:lnTo>
                  <a:pt x="0" y="176018"/>
                </a:lnTo>
                <a:lnTo>
                  <a:pt x="137479" y="159952"/>
                </a:lnTo>
                <a:lnTo>
                  <a:pt x="144902" y="156291"/>
                </a:lnTo>
                <a:lnTo>
                  <a:pt x="156291" y="144902"/>
                </a:lnTo>
                <a:lnTo>
                  <a:pt x="159952" y="137479"/>
                </a:lnTo>
                <a:lnTo>
                  <a:pt x="176018" y="0"/>
                </a:lnTo>
                <a:lnTo>
                  <a:pt x="192084" y="137479"/>
                </a:lnTo>
                <a:lnTo>
                  <a:pt x="195745" y="144902"/>
                </a:lnTo>
                <a:lnTo>
                  <a:pt x="207134" y="156291"/>
                </a:lnTo>
                <a:lnTo>
                  <a:pt x="214557" y="159952"/>
                </a:lnTo>
                <a:lnTo>
                  <a:pt x="352037" y="176018"/>
                </a:lnTo>
                <a:lnTo>
                  <a:pt x="214557" y="192084"/>
                </a:lnTo>
                <a:lnTo>
                  <a:pt x="207134" y="195745"/>
                </a:lnTo>
                <a:lnTo>
                  <a:pt x="195745" y="207134"/>
                </a:lnTo>
                <a:lnTo>
                  <a:pt x="192084" y="214557"/>
                </a:lnTo>
                <a:lnTo>
                  <a:pt x="176018" y="352037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17078187" y="8903716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176018" y="352138"/>
                </a:moveTo>
                <a:lnTo>
                  <a:pt x="159952" y="214557"/>
                </a:lnTo>
                <a:lnTo>
                  <a:pt x="0" y="176018"/>
                </a:lnTo>
                <a:lnTo>
                  <a:pt x="137479" y="159952"/>
                </a:lnTo>
                <a:lnTo>
                  <a:pt x="144902" y="156291"/>
                </a:lnTo>
                <a:lnTo>
                  <a:pt x="156291" y="144902"/>
                </a:lnTo>
                <a:lnTo>
                  <a:pt x="159952" y="137479"/>
                </a:lnTo>
                <a:lnTo>
                  <a:pt x="176018" y="0"/>
                </a:lnTo>
                <a:lnTo>
                  <a:pt x="192084" y="137479"/>
                </a:lnTo>
                <a:lnTo>
                  <a:pt x="195745" y="144902"/>
                </a:lnTo>
                <a:lnTo>
                  <a:pt x="207134" y="156291"/>
                </a:lnTo>
                <a:lnTo>
                  <a:pt x="214557" y="159952"/>
                </a:lnTo>
                <a:lnTo>
                  <a:pt x="352037" y="176018"/>
                </a:lnTo>
                <a:lnTo>
                  <a:pt x="214557" y="192085"/>
                </a:lnTo>
                <a:lnTo>
                  <a:pt x="207134" y="195745"/>
                </a:lnTo>
                <a:lnTo>
                  <a:pt x="195745" y="207134"/>
                </a:lnTo>
                <a:lnTo>
                  <a:pt x="192084" y="214557"/>
                </a:lnTo>
                <a:lnTo>
                  <a:pt x="176018" y="352138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50" b="0" i="0">
                <a:solidFill>
                  <a:srgbClr val="464444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8853" y="1554839"/>
            <a:ext cx="16043275" cy="149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50" b="0" i="0">
                <a:solidFill>
                  <a:srgbClr val="464444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78091" y="4666650"/>
            <a:ext cx="15131817" cy="3311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rgbClr val="464444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3802" y="1568460"/>
            <a:ext cx="14562455" cy="45872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16700"/>
              </a:lnSpc>
              <a:spcBef>
                <a:spcPts val="95"/>
              </a:spcBef>
            </a:pPr>
            <a:r>
              <a:rPr dirty="0" sz="8550" spc="225"/>
              <a:t>HEART</a:t>
            </a:r>
            <a:r>
              <a:rPr dirty="0" sz="8550" spc="15"/>
              <a:t> </a:t>
            </a:r>
            <a:r>
              <a:rPr dirty="0" sz="8550" spc="565"/>
              <a:t>DISEASE</a:t>
            </a:r>
            <a:r>
              <a:rPr dirty="0" sz="8550" spc="15"/>
              <a:t> </a:t>
            </a:r>
            <a:r>
              <a:rPr dirty="0" sz="8550" spc="265"/>
              <a:t>PREDICTION </a:t>
            </a:r>
            <a:r>
              <a:rPr dirty="0" sz="8550" spc="420"/>
              <a:t>USING</a:t>
            </a:r>
            <a:r>
              <a:rPr dirty="0" sz="8550" spc="10"/>
              <a:t> </a:t>
            </a:r>
            <a:r>
              <a:rPr dirty="0" sz="8550" spc="254"/>
              <a:t>LOGISTIC </a:t>
            </a:r>
            <a:r>
              <a:rPr dirty="0" sz="8550" spc="455"/>
              <a:t>REGRESSION</a:t>
            </a:r>
            <a:endParaRPr sz="8550"/>
          </a:p>
        </p:txBody>
      </p:sp>
      <p:sp>
        <p:nvSpPr>
          <p:cNvPr id="3" name="object 3" descr=""/>
          <p:cNvSpPr txBox="1"/>
          <p:nvPr/>
        </p:nvSpPr>
        <p:spPr>
          <a:xfrm>
            <a:off x="6502344" y="6558449"/>
            <a:ext cx="5283200" cy="7181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550" spc="490">
                <a:solidFill>
                  <a:srgbClr val="464444"/>
                </a:solidFill>
                <a:latin typeface="Arial MT"/>
                <a:cs typeface="Arial MT"/>
              </a:rPr>
              <a:t>By</a:t>
            </a:r>
            <a:r>
              <a:rPr dirty="0" sz="4550" spc="25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4550" spc="450">
                <a:solidFill>
                  <a:srgbClr val="464444"/>
                </a:solidFill>
                <a:latin typeface="Arial MT"/>
                <a:cs typeface="Arial MT"/>
              </a:rPr>
              <a:t>Shagun</a:t>
            </a:r>
            <a:r>
              <a:rPr dirty="0" sz="4550" spc="25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4550" spc="525">
                <a:solidFill>
                  <a:srgbClr val="464444"/>
                </a:solidFill>
                <a:latin typeface="Arial MT"/>
                <a:cs typeface="Arial MT"/>
              </a:rPr>
              <a:t>Shaw</a:t>
            </a:r>
            <a:endParaRPr sz="455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135929" y="8729702"/>
            <a:ext cx="6015990" cy="4895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50" spc="355">
                <a:solidFill>
                  <a:srgbClr val="464444"/>
                </a:solidFill>
                <a:latin typeface="Arial MT"/>
                <a:cs typeface="Arial MT"/>
              </a:rPr>
              <a:t>Team</a:t>
            </a:r>
            <a:r>
              <a:rPr dirty="0" sz="3050" spc="17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050" spc="155">
                <a:solidFill>
                  <a:srgbClr val="464444"/>
                </a:solidFill>
                <a:latin typeface="Arial MT"/>
                <a:cs typeface="Arial MT"/>
              </a:rPr>
              <a:t>1-</a:t>
            </a:r>
            <a:r>
              <a:rPr dirty="0" sz="3050" spc="17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050" spc="180">
                <a:solidFill>
                  <a:srgbClr val="464444"/>
                </a:solidFill>
                <a:latin typeface="Arial MT"/>
                <a:cs typeface="Arial MT"/>
              </a:rPr>
              <a:t>PBEL-</a:t>
            </a:r>
            <a:r>
              <a:rPr dirty="0" sz="3050" spc="325">
                <a:solidFill>
                  <a:srgbClr val="464444"/>
                </a:solidFill>
                <a:latin typeface="Arial MT"/>
                <a:cs typeface="Arial MT"/>
              </a:rPr>
              <a:t>AI</a:t>
            </a:r>
            <a:r>
              <a:rPr dirty="0" sz="3050" spc="17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050" spc="305">
                <a:solidFill>
                  <a:srgbClr val="464444"/>
                </a:solidFill>
                <a:latin typeface="Arial MT"/>
                <a:cs typeface="Arial MT"/>
              </a:rPr>
              <a:t>G</a:t>
            </a:r>
            <a:r>
              <a:rPr dirty="0" sz="3050" spc="17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050" spc="320">
                <a:solidFill>
                  <a:srgbClr val="464444"/>
                </a:solidFill>
                <a:latin typeface="Arial MT"/>
                <a:cs typeface="Arial MT"/>
              </a:rPr>
              <a:t>ML</a:t>
            </a:r>
            <a:r>
              <a:rPr dirty="0" sz="3050" spc="17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050" spc="245">
                <a:solidFill>
                  <a:srgbClr val="464444"/>
                </a:solidFill>
                <a:latin typeface="Arial MT"/>
                <a:cs typeface="Arial MT"/>
              </a:rPr>
              <a:t>(IBM)</a:t>
            </a:r>
            <a:endParaRPr sz="3050">
              <a:latin typeface="Arial MT"/>
              <a:cs typeface="Arial MT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3335660" y="602347"/>
            <a:ext cx="3923029" cy="852169"/>
          </a:xfrm>
          <a:custGeom>
            <a:avLst/>
            <a:gdLst/>
            <a:ahLst/>
            <a:cxnLst/>
            <a:rect l="l" t="t" r="r" b="b"/>
            <a:pathLst>
              <a:path w="3923030" h="852169">
                <a:moveTo>
                  <a:pt x="3055201" y="423316"/>
                </a:moveTo>
                <a:lnTo>
                  <a:pt x="3048482" y="416598"/>
                </a:lnTo>
                <a:lnTo>
                  <a:pt x="270230" y="416598"/>
                </a:lnTo>
                <a:lnTo>
                  <a:pt x="261632" y="415137"/>
                </a:lnTo>
                <a:lnTo>
                  <a:pt x="216763" y="397814"/>
                </a:lnTo>
                <a:lnTo>
                  <a:pt x="195186" y="354787"/>
                </a:lnTo>
                <a:lnTo>
                  <a:pt x="169811" y="261493"/>
                </a:lnTo>
                <a:lnTo>
                  <a:pt x="153657" y="356844"/>
                </a:lnTo>
                <a:lnTo>
                  <a:pt x="136372" y="401764"/>
                </a:lnTo>
                <a:lnTo>
                  <a:pt x="93345" y="423354"/>
                </a:lnTo>
                <a:lnTo>
                  <a:pt x="0" y="448729"/>
                </a:lnTo>
                <a:lnTo>
                  <a:pt x="95351" y="464883"/>
                </a:lnTo>
                <a:lnTo>
                  <a:pt x="140258" y="482155"/>
                </a:lnTo>
                <a:lnTo>
                  <a:pt x="161848" y="525132"/>
                </a:lnTo>
                <a:lnTo>
                  <a:pt x="187236" y="618401"/>
                </a:lnTo>
                <a:lnTo>
                  <a:pt x="203377" y="523138"/>
                </a:lnTo>
                <a:lnTo>
                  <a:pt x="220649" y="478256"/>
                </a:lnTo>
                <a:lnTo>
                  <a:pt x="263639" y="456692"/>
                </a:lnTo>
                <a:lnTo>
                  <a:pt x="300215" y="446735"/>
                </a:lnTo>
                <a:lnTo>
                  <a:pt x="3048482" y="446735"/>
                </a:lnTo>
                <a:lnTo>
                  <a:pt x="3055201" y="440016"/>
                </a:lnTo>
                <a:lnTo>
                  <a:pt x="3055201" y="423316"/>
                </a:lnTo>
                <a:close/>
              </a:path>
              <a:path w="3923030" h="852169">
                <a:moveTo>
                  <a:pt x="3491941" y="656818"/>
                </a:moveTo>
                <a:lnTo>
                  <a:pt x="3485223" y="649973"/>
                </a:lnTo>
                <a:lnTo>
                  <a:pt x="706907" y="649973"/>
                </a:lnTo>
                <a:lnTo>
                  <a:pt x="698373" y="648525"/>
                </a:lnTo>
                <a:lnTo>
                  <a:pt x="653503" y="631253"/>
                </a:lnTo>
                <a:lnTo>
                  <a:pt x="631926" y="588276"/>
                </a:lnTo>
                <a:lnTo>
                  <a:pt x="606552" y="495007"/>
                </a:lnTo>
                <a:lnTo>
                  <a:pt x="590397" y="590283"/>
                </a:lnTo>
                <a:lnTo>
                  <a:pt x="573112" y="635152"/>
                </a:lnTo>
                <a:lnTo>
                  <a:pt x="530098" y="656729"/>
                </a:lnTo>
                <a:lnTo>
                  <a:pt x="436740" y="682104"/>
                </a:lnTo>
                <a:lnTo>
                  <a:pt x="532091" y="698271"/>
                </a:lnTo>
                <a:lnTo>
                  <a:pt x="577011" y="715594"/>
                </a:lnTo>
                <a:lnTo>
                  <a:pt x="598601" y="758621"/>
                </a:lnTo>
                <a:lnTo>
                  <a:pt x="623976" y="851916"/>
                </a:lnTo>
                <a:lnTo>
                  <a:pt x="640118" y="756564"/>
                </a:lnTo>
                <a:lnTo>
                  <a:pt x="657390" y="711644"/>
                </a:lnTo>
                <a:lnTo>
                  <a:pt x="700379" y="690054"/>
                </a:lnTo>
                <a:lnTo>
                  <a:pt x="736968" y="680097"/>
                </a:lnTo>
                <a:lnTo>
                  <a:pt x="3485223" y="680097"/>
                </a:lnTo>
                <a:lnTo>
                  <a:pt x="3491941" y="673392"/>
                </a:lnTo>
                <a:lnTo>
                  <a:pt x="3491941" y="656818"/>
                </a:lnTo>
                <a:close/>
              </a:path>
              <a:path w="3923030" h="852169">
                <a:moveTo>
                  <a:pt x="3922826" y="161810"/>
                </a:moveTo>
                <a:lnTo>
                  <a:pt x="3916108" y="155092"/>
                </a:lnTo>
                <a:lnTo>
                  <a:pt x="1138199" y="155092"/>
                </a:lnTo>
                <a:lnTo>
                  <a:pt x="1129322" y="153581"/>
                </a:lnTo>
                <a:lnTo>
                  <a:pt x="1084414" y="136258"/>
                </a:lnTo>
                <a:lnTo>
                  <a:pt x="1062824" y="93268"/>
                </a:lnTo>
                <a:lnTo>
                  <a:pt x="1037437" y="0"/>
                </a:lnTo>
                <a:lnTo>
                  <a:pt x="1021295" y="95338"/>
                </a:lnTo>
                <a:lnTo>
                  <a:pt x="1004023" y="140246"/>
                </a:lnTo>
                <a:lnTo>
                  <a:pt x="961034" y="161785"/>
                </a:lnTo>
                <a:lnTo>
                  <a:pt x="867765" y="187083"/>
                </a:lnTo>
                <a:lnTo>
                  <a:pt x="963041" y="203314"/>
                </a:lnTo>
                <a:lnTo>
                  <a:pt x="1007910" y="220637"/>
                </a:lnTo>
                <a:lnTo>
                  <a:pt x="1029487" y="263626"/>
                </a:lnTo>
                <a:lnTo>
                  <a:pt x="1054862" y="356895"/>
                </a:lnTo>
                <a:lnTo>
                  <a:pt x="1071029" y="261556"/>
                </a:lnTo>
                <a:lnTo>
                  <a:pt x="1088351" y="216649"/>
                </a:lnTo>
                <a:lnTo>
                  <a:pt x="1131379" y="195110"/>
                </a:lnTo>
                <a:lnTo>
                  <a:pt x="1168323" y="185089"/>
                </a:lnTo>
                <a:lnTo>
                  <a:pt x="3916108" y="185089"/>
                </a:lnTo>
                <a:lnTo>
                  <a:pt x="3922826" y="178371"/>
                </a:lnTo>
                <a:lnTo>
                  <a:pt x="3922826" y="161810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029411" y="8806789"/>
            <a:ext cx="3923029" cy="852169"/>
          </a:xfrm>
          <a:custGeom>
            <a:avLst/>
            <a:gdLst/>
            <a:ahLst/>
            <a:cxnLst/>
            <a:rect l="l" t="t" r="r" b="b"/>
            <a:pathLst>
              <a:path w="3923029" h="852170">
                <a:moveTo>
                  <a:pt x="3055048" y="187096"/>
                </a:moveTo>
                <a:lnTo>
                  <a:pt x="2961779" y="161798"/>
                </a:lnTo>
                <a:lnTo>
                  <a:pt x="2918803" y="140246"/>
                </a:lnTo>
                <a:lnTo>
                  <a:pt x="2901531" y="95351"/>
                </a:lnTo>
                <a:lnTo>
                  <a:pt x="2885389" y="0"/>
                </a:lnTo>
                <a:lnTo>
                  <a:pt x="2860002" y="93268"/>
                </a:lnTo>
                <a:lnTo>
                  <a:pt x="2838412" y="136258"/>
                </a:lnTo>
                <a:lnTo>
                  <a:pt x="2793504" y="153581"/>
                </a:lnTo>
                <a:lnTo>
                  <a:pt x="2784551" y="155105"/>
                </a:lnTo>
                <a:lnTo>
                  <a:pt x="6705" y="155105"/>
                </a:lnTo>
                <a:lnTo>
                  <a:pt x="0" y="161810"/>
                </a:lnTo>
                <a:lnTo>
                  <a:pt x="0" y="178384"/>
                </a:lnTo>
                <a:lnTo>
                  <a:pt x="6705" y="185089"/>
                </a:lnTo>
                <a:lnTo>
                  <a:pt x="2754477" y="185089"/>
                </a:lnTo>
                <a:lnTo>
                  <a:pt x="2791434" y="195110"/>
                </a:lnTo>
                <a:lnTo>
                  <a:pt x="2834462" y="216649"/>
                </a:lnTo>
                <a:lnTo>
                  <a:pt x="2851785" y="261556"/>
                </a:lnTo>
                <a:lnTo>
                  <a:pt x="2867964" y="356908"/>
                </a:lnTo>
                <a:lnTo>
                  <a:pt x="2893339" y="263626"/>
                </a:lnTo>
                <a:lnTo>
                  <a:pt x="2902902" y="237388"/>
                </a:lnTo>
                <a:lnTo>
                  <a:pt x="2914916" y="220637"/>
                </a:lnTo>
                <a:lnTo>
                  <a:pt x="2932747" y="210299"/>
                </a:lnTo>
                <a:lnTo>
                  <a:pt x="2959785" y="203314"/>
                </a:lnTo>
                <a:lnTo>
                  <a:pt x="3055048" y="187096"/>
                </a:lnTo>
                <a:close/>
              </a:path>
              <a:path w="3923029" h="852170">
                <a:moveTo>
                  <a:pt x="3486086" y="682104"/>
                </a:moveTo>
                <a:lnTo>
                  <a:pt x="3392728" y="656729"/>
                </a:lnTo>
                <a:lnTo>
                  <a:pt x="3349714" y="635152"/>
                </a:lnTo>
                <a:lnTo>
                  <a:pt x="3332416" y="590283"/>
                </a:lnTo>
                <a:lnTo>
                  <a:pt x="3316274" y="495007"/>
                </a:lnTo>
                <a:lnTo>
                  <a:pt x="3290887" y="588276"/>
                </a:lnTo>
                <a:lnTo>
                  <a:pt x="3269323" y="631266"/>
                </a:lnTo>
                <a:lnTo>
                  <a:pt x="3224441" y="648538"/>
                </a:lnTo>
                <a:lnTo>
                  <a:pt x="3215970" y="649973"/>
                </a:lnTo>
                <a:lnTo>
                  <a:pt x="437591" y="649973"/>
                </a:lnTo>
                <a:lnTo>
                  <a:pt x="430885" y="656818"/>
                </a:lnTo>
                <a:lnTo>
                  <a:pt x="430885" y="673392"/>
                </a:lnTo>
                <a:lnTo>
                  <a:pt x="437591" y="680110"/>
                </a:lnTo>
                <a:lnTo>
                  <a:pt x="3185884" y="680110"/>
                </a:lnTo>
                <a:lnTo>
                  <a:pt x="3222447" y="690054"/>
                </a:lnTo>
                <a:lnTo>
                  <a:pt x="3265424" y="711644"/>
                </a:lnTo>
                <a:lnTo>
                  <a:pt x="3282696" y="756564"/>
                </a:lnTo>
                <a:lnTo>
                  <a:pt x="3298850" y="851916"/>
                </a:lnTo>
                <a:lnTo>
                  <a:pt x="3324225" y="758621"/>
                </a:lnTo>
                <a:lnTo>
                  <a:pt x="3333800" y="732358"/>
                </a:lnTo>
                <a:lnTo>
                  <a:pt x="3345815" y="715594"/>
                </a:lnTo>
                <a:lnTo>
                  <a:pt x="3363658" y="705256"/>
                </a:lnTo>
                <a:lnTo>
                  <a:pt x="3390735" y="698271"/>
                </a:lnTo>
                <a:lnTo>
                  <a:pt x="3486086" y="682104"/>
                </a:lnTo>
                <a:close/>
              </a:path>
              <a:path w="3923029" h="852170">
                <a:moveTo>
                  <a:pt x="3922826" y="448741"/>
                </a:moveTo>
                <a:lnTo>
                  <a:pt x="3829469" y="423354"/>
                </a:lnTo>
                <a:lnTo>
                  <a:pt x="3786454" y="401764"/>
                </a:lnTo>
                <a:lnTo>
                  <a:pt x="3769156" y="356857"/>
                </a:lnTo>
                <a:lnTo>
                  <a:pt x="3753015" y="261505"/>
                </a:lnTo>
                <a:lnTo>
                  <a:pt x="3727640" y="354787"/>
                </a:lnTo>
                <a:lnTo>
                  <a:pt x="3706063" y="397814"/>
                </a:lnTo>
                <a:lnTo>
                  <a:pt x="3661194" y="415137"/>
                </a:lnTo>
                <a:lnTo>
                  <a:pt x="3652583" y="416598"/>
                </a:lnTo>
                <a:lnTo>
                  <a:pt x="874344" y="416598"/>
                </a:lnTo>
                <a:lnTo>
                  <a:pt x="867625" y="423316"/>
                </a:lnTo>
                <a:lnTo>
                  <a:pt x="867625" y="440029"/>
                </a:lnTo>
                <a:lnTo>
                  <a:pt x="874344" y="446735"/>
                </a:lnTo>
                <a:lnTo>
                  <a:pt x="3622586" y="446735"/>
                </a:lnTo>
                <a:lnTo>
                  <a:pt x="3659187" y="456692"/>
                </a:lnTo>
                <a:lnTo>
                  <a:pt x="3702164" y="478269"/>
                </a:lnTo>
                <a:lnTo>
                  <a:pt x="3719436" y="523138"/>
                </a:lnTo>
                <a:lnTo>
                  <a:pt x="3735590" y="618401"/>
                </a:lnTo>
                <a:lnTo>
                  <a:pt x="3760965" y="525132"/>
                </a:lnTo>
                <a:lnTo>
                  <a:pt x="3770541" y="498894"/>
                </a:lnTo>
                <a:lnTo>
                  <a:pt x="3782555" y="482155"/>
                </a:lnTo>
                <a:lnTo>
                  <a:pt x="3800411" y="471843"/>
                </a:lnTo>
                <a:lnTo>
                  <a:pt x="3827475" y="464883"/>
                </a:lnTo>
                <a:lnTo>
                  <a:pt x="3922826" y="448741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10380454" y="7349039"/>
            <a:ext cx="7907655" cy="2938145"/>
            <a:chOff x="10380454" y="7349039"/>
            <a:chExt cx="7907655" cy="2938145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80454" y="7628542"/>
              <a:ext cx="7907544" cy="2658457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7078186" y="7349045"/>
              <a:ext cx="352425" cy="1906905"/>
            </a:xfrm>
            <a:custGeom>
              <a:avLst/>
              <a:gdLst/>
              <a:ahLst/>
              <a:cxnLst/>
              <a:rect l="l" t="t" r="r" b="b"/>
              <a:pathLst>
                <a:path w="352425" h="1906904">
                  <a:moveTo>
                    <a:pt x="352031" y="1730692"/>
                  </a:moveTo>
                  <a:lnTo>
                    <a:pt x="214553" y="1714627"/>
                  </a:lnTo>
                  <a:lnTo>
                    <a:pt x="176009" y="1554683"/>
                  </a:lnTo>
                  <a:lnTo>
                    <a:pt x="159943" y="1692160"/>
                  </a:lnTo>
                  <a:lnTo>
                    <a:pt x="156286" y="1699577"/>
                  </a:lnTo>
                  <a:lnTo>
                    <a:pt x="144894" y="1710969"/>
                  </a:lnTo>
                  <a:lnTo>
                    <a:pt x="137477" y="1714627"/>
                  </a:lnTo>
                  <a:lnTo>
                    <a:pt x="0" y="1730692"/>
                  </a:lnTo>
                  <a:lnTo>
                    <a:pt x="137477" y="1746758"/>
                  </a:lnTo>
                  <a:lnTo>
                    <a:pt x="144894" y="1750428"/>
                  </a:lnTo>
                  <a:lnTo>
                    <a:pt x="156286" y="1761807"/>
                  </a:lnTo>
                  <a:lnTo>
                    <a:pt x="159943" y="1769237"/>
                  </a:lnTo>
                  <a:lnTo>
                    <a:pt x="176009" y="1906816"/>
                  </a:lnTo>
                  <a:lnTo>
                    <a:pt x="192074" y="1769237"/>
                  </a:lnTo>
                  <a:lnTo>
                    <a:pt x="195745" y="1761807"/>
                  </a:lnTo>
                  <a:lnTo>
                    <a:pt x="207124" y="1750428"/>
                  </a:lnTo>
                  <a:lnTo>
                    <a:pt x="214553" y="1746758"/>
                  </a:lnTo>
                  <a:lnTo>
                    <a:pt x="352031" y="1730692"/>
                  </a:lnTo>
                  <a:close/>
                </a:path>
                <a:path w="352425" h="1906904">
                  <a:moveTo>
                    <a:pt x="352031" y="953414"/>
                  </a:moveTo>
                  <a:lnTo>
                    <a:pt x="214553" y="937336"/>
                  </a:lnTo>
                  <a:lnTo>
                    <a:pt x="176009" y="777392"/>
                  </a:lnTo>
                  <a:lnTo>
                    <a:pt x="159943" y="914869"/>
                  </a:lnTo>
                  <a:lnTo>
                    <a:pt x="156286" y="922286"/>
                  </a:lnTo>
                  <a:lnTo>
                    <a:pt x="144894" y="933678"/>
                  </a:lnTo>
                  <a:lnTo>
                    <a:pt x="137477" y="937336"/>
                  </a:lnTo>
                  <a:lnTo>
                    <a:pt x="0" y="953414"/>
                  </a:lnTo>
                  <a:lnTo>
                    <a:pt x="137477" y="969479"/>
                  </a:lnTo>
                  <a:lnTo>
                    <a:pt x="144894" y="973137"/>
                  </a:lnTo>
                  <a:lnTo>
                    <a:pt x="156286" y="984529"/>
                  </a:lnTo>
                  <a:lnTo>
                    <a:pt x="159943" y="991946"/>
                  </a:lnTo>
                  <a:lnTo>
                    <a:pt x="176009" y="1129423"/>
                  </a:lnTo>
                  <a:lnTo>
                    <a:pt x="192074" y="991946"/>
                  </a:lnTo>
                  <a:lnTo>
                    <a:pt x="195745" y="984529"/>
                  </a:lnTo>
                  <a:lnTo>
                    <a:pt x="207124" y="973137"/>
                  </a:lnTo>
                  <a:lnTo>
                    <a:pt x="214553" y="969479"/>
                  </a:lnTo>
                  <a:lnTo>
                    <a:pt x="352031" y="953414"/>
                  </a:lnTo>
                  <a:close/>
                </a:path>
                <a:path w="352425" h="1906904">
                  <a:moveTo>
                    <a:pt x="352031" y="176123"/>
                  </a:moveTo>
                  <a:lnTo>
                    <a:pt x="214553" y="160058"/>
                  </a:lnTo>
                  <a:lnTo>
                    <a:pt x="176009" y="0"/>
                  </a:lnTo>
                  <a:lnTo>
                    <a:pt x="159943" y="137579"/>
                  </a:lnTo>
                  <a:lnTo>
                    <a:pt x="156286" y="145008"/>
                  </a:lnTo>
                  <a:lnTo>
                    <a:pt x="144894" y="156387"/>
                  </a:lnTo>
                  <a:lnTo>
                    <a:pt x="137477" y="160058"/>
                  </a:lnTo>
                  <a:lnTo>
                    <a:pt x="0" y="176123"/>
                  </a:lnTo>
                  <a:lnTo>
                    <a:pt x="137477" y="192189"/>
                  </a:lnTo>
                  <a:lnTo>
                    <a:pt x="144894" y="195846"/>
                  </a:lnTo>
                  <a:lnTo>
                    <a:pt x="156286" y="207238"/>
                  </a:lnTo>
                  <a:lnTo>
                    <a:pt x="159943" y="214655"/>
                  </a:lnTo>
                  <a:lnTo>
                    <a:pt x="176009" y="352132"/>
                  </a:lnTo>
                  <a:lnTo>
                    <a:pt x="192074" y="214655"/>
                  </a:lnTo>
                  <a:lnTo>
                    <a:pt x="195745" y="207238"/>
                  </a:lnTo>
                  <a:lnTo>
                    <a:pt x="207124" y="195846"/>
                  </a:lnTo>
                  <a:lnTo>
                    <a:pt x="214553" y="192189"/>
                  </a:lnTo>
                  <a:lnTo>
                    <a:pt x="352031" y="176123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0" y="0"/>
            <a:ext cx="3848100" cy="4114800"/>
            <a:chOff x="0" y="0"/>
            <a:chExt cx="3848100" cy="4114800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3847839" cy="411479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847585" y="1031150"/>
              <a:ext cx="352425" cy="1906905"/>
            </a:xfrm>
            <a:custGeom>
              <a:avLst/>
              <a:gdLst/>
              <a:ahLst/>
              <a:cxnLst/>
              <a:rect l="l" t="t" r="r" b="b"/>
              <a:pathLst>
                <a:path w="352425" h="1906905">
                  <a:moveTo>
                    <a:pt x="352031" y="1730692"/>
                  </a:moveTo>
                  <a:lnTo>
                    <a:pt x="214553" y="1714627"/>
                  </a:lnTo>
                  <a:lnTo>
                    <a:pt x="176009" y="1554670"/>
                  </a:lnTo>
                  <a:lnTo>
                    <a:pt x="159943" y="1692148"/>
                  </a:lnTo>
                  <a:lnTo>
                    <a:pt x="156286" y="1699577"/>
                  </a:lnTo>
                  <a:lnTo>
                    <a:pt x="144894" y="1710969"/>
                  </a:lnTo>
                  <a:lnTo>
                    <a:pt x="137477" y="1714627"/>
                  </a:lnTo>
                  <a:lnTo>
                    <a:pt x="0" y="1730692"/>
                  </a:lnTo>
                  <a:lnTo>
                    <a:pt x="137477" y="1746758"/>
                  </a:lnTo>
                  <a:lnTo>
                    <a:pt x="144894" y="1750415"/>
                  </a:lnTo>
                  <a:lnTo>
                    <a:pt x="156286" y="1761807"/>
                  </a:lnTo>
                  <a:lnTo>
                    <a:pt x="159943" y="1769237"/>
                  </a:lnTo>
                  <a:lnTo>
                    <a:pt x="176009" y="1906816"/>
                  </a:lnTo>
                  <a:lnTo>
                    <a:pt x="192074" y="1769237"/>
                  </a:lnTo>
                  <a:lnTo>
                    <a:pt x="195745" y="1761807"/>
                  </a:lnTo>
                  <a:lnTo>
                    <a:pt x="207124" y="1750415"/>
                  </a:lnTo>
                  <a:lnTo>
                    <a:pt x="214553" y="1746758"/>
                  </a:lnTo>
                  <a:lnTo>
                    <a:pt x="352031" y="1730692"/>
                  </a:lnTo>
                  <a:close/>
                </a:path>
                <a:path w="352425" h="1906905">
                  <a:moveTo>
                    <a:pt x="352031" y="953401"/>
                  </a:moveTo>
                  <a:lnTo>
                    <a:pt x="214553" y="937336"/>
                  </a:lnTo>
                  <a:lnTo>
                    <a:pt x="176009" y="777379"/>
                  </a:lnTo>
                  <a:lnTo>
                    <a:pt x="159943" y="914869"/>
                  </a:lnTo>
                  <a:lnTo>
                    <a:pt x="156286" y="922286"/>
                  </a:lnTo>
                  <a:lnTo>
                    <a:pt x="144894" y="933678"/>
                  </a:lnTo>
                  <a:lnTo>
                    <a:pt x="137477" y="937336"/>
                  </a:lnTo>
                  <a:lnTo>
                    <a:pt x="0" y="953401"/>
                  </a:lnTo>
                  <a:lnTo>
                    <a:pt x="137477" y="969467"/>
                  </a:lnTo>
                  <a:lnTo>
                    <a:pt x="144894" y="973137"/>
                  </a:lnTo>
                  <a:lnTo>
                    <a:pt x="156286" y="984516"/>
                  </a:lnTo>
                  <a:lnTo>
                    <a:pt x="159943" y="991946"/>
                  </a:lnTo>
                  <a:lnTo>
                    <a:pt x="176009" y="1129423"/>
                  </a:lnTo>
                  <a:lnTo>
                    <a:pt x="192074" y="991946"/>
                  </a:lnTo>
                  <a:lnTo>
                    <a:pt x="195745" y="984516"/>
                  </a:lnTo>
                  <a:lnTo>
                    <a:pt x="207124" y="973137"/>
                  </a:lnTo>
                  <a:lnTo>
                    <a:pt x="214553" y="969467"/>
                  </a:lnTo>
                  <a:lnTo>
                    <a:pt x="352031" y="953401"/>
                  </a:lnTo>
                  <a:close/>
                </a:path>
                <a:path w="352425" h="1906905">
                  <a:moveTo>
                    <a:pt x="352031" y="176110"/>
                  </a:moveTo>
                  <a:lnTo>
                    <a:pt x="214553" y="160045"/>
                  </a:lnTo>
                  <a:lnTo>
                    <a:pt x="176009" y="0"/>
                  </a:lnTo>
                  <a:lnTo>
                    <a:pt x="159943" y="137579"/>
                  </a:lnTo>
                  <a:lnTo>
                    <a:pt x="156286" y="144995"/>
                  </a:lnTo>
                  <a:lnTo>
                    <a:pt x="144894" y="156387"/>
                  </a:lnTo>
                  <a:lnTo>
                    <a:pt x="137477" y="160045"/>
                  </a:lnTo>
                  <a:lnTo>
                    <a:pt x="0" y="176110"/>
                  </a:lnTo>
                  <a:lnTo>
                    <a:pt x="137477" y="192176"/>
                  </a:lnTo>
                  <a:lnTo>
                    <a:pt x="144894" y="195846"/>
                  </a:lnTo>
                  <a:lnTo>
                    <a:pt x="156286" y="207225"/>
                  </a:lnTo>
                  <a:lnTo>
                    <a:pt x="159943" y="214655"/>
                  </a:lnTo>
                  <a:lnTo>
                    <a:pt x="176009" y="352132"/>
                  </a:lnTo>
                  <a:lnTo>
                    <a:pt x="192074" y="214655"/>
                  </a:lnTo>
                  <a:lnTo>
                    <a:pt x="195745" y="207225"/>
                  </a:lnTo>
                  <a:lnTo>
                    <a:pt x="207124" y="195846"/>
                  </a:lnTo>
                  <a:lnTo>
                    <a:pt x="214553" y="192176"/>
                  </a:lnTo>
                  <a:lnTo>
                    <a:pt x="352031" y="17611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1210" y="2463966"/>
            <a:ext cx="12785725" cy="149860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505"/>
              <a:t>PROBLEM</a:t>
            </a:r>
            <a:r>
              <a:rPr dirty="0" spc="10"/>
              <a:t> </a:t>
            </a:r>
            <a:r>
              <a:rPr dirty="0" spc="315"/>
              <a:t>STATEMENT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14999"/>
              </a:lnSpc>
              <a:spcBef>
                <a:spcPts val="100"/>
              </a:spcBef>
            </a:pPr>
            <a:r>
              <a:rPr dirty="0" spc="360"/>
              <a:t>Develop</a:t>
            </a:r>
            <a:r>
              <a:rPr dirty="0" spc="215"/>
              <a:t> </a:t>
            </a:r>
            <a:r>
              <a:rPr dirty="0" spc="395"/>
              <a:t>a</a:t>
            </a:r>
            <a:r>
              <a:rPr dirty="0" spc="220"/>
              <a:t> </a:t>
            </a:r>
            <a:r>
              <a:rPr dirty="0" spc="450"/>
              <a:t>machine</a:t>
            </a:r>
            <a:r>
              <a:rPr dirty="0" spc="215"/>
              <a:t> </a:t>
            </a:r>
            <a:r>
              <a:rPr dirty="0" spc="390"/>
              <a:t>learning</a:t>
            </a:r>
            <a:r>
              <a:rPr dirty="0" spc="220"/>
              <a:t> </a:t>
            </a:r>
            <a:r>
              <a:rPr dirty="0" spc="430"/>
              <a:t>model</a:t>
            </a:r>
            <a:r>
              <a:rPr dirty="0" spc="220"/>
              <a:t> </a:t>
            </a:r>
            <a:r>
              <a:rPr dirty="0" spc="390"/>
              <a:t>using</a:t>
            </a:r>
            <a:r>
              <a:rPr dirty="0" spc="215"/>
              <a:t> </a:t>
            </a:r>
            <a:r>
              <a:rPr dirty="0" spc="434"/>
              <a:t>logistic </a:t>
            </a:r>
            <a:r>
              <a:rPr dirty="0" spc="390"/>
              <a:t>regression</a:t>
            </a:r>
            <a:r>
              <a:rPr dirty="0" spc="215"/>
              <a:t> </a:t>
            </a:r>
            <a:r>
              <a:rPr dirty="0" spc="505"/>
              <a:t>to</a:t>
            </a:r>
            <a:r>
              <a:rPr dirty="0" spc="215"/>
              <a:t> </a:t>
            </a:r>
            <a:r>
              <a:rPr dirty="0" spc="455"/>
              <a:t>predict</a:t>
            </a:r>
            <a:r>
              <a:rPr dirty="0" spc="215"/>
              <a:t> </a:t>
            </a:r>
            <a:r>
              <a:rPr dirty="0" spc="480"/>
              <a:t>whether</a:t>
            </a:r>
            <a:r>
              <a:rPr dirty="0" spc="215"/>
              <a:t> </a:t>
            </a:r>
            <a:r>
              <a:rPr dirty="0" spc="395"/>
              <a:t>a</a:t>
            </a:r>
            <a:r>
              <a:rPr dirty="0" spc="215"/>
              <a:t> </a:t>
            </a:r>
            <a:r>
              <a:rPr dirty="0" spc="390"/>
              <a:t>person</a:t>
            </a:r>
            <a:r>
              <a:rPr dirty="0" spc="215"/>
              <a:t> </a:t>
            </a:r>
            <a:r>
              <a:rPr dirty="0" spc="390"/>
              <a:t>has</a:t>
            </a:r>
            <a:r>
              <a:rPr dirty="0" spc="215"/>
              <a:t> </a:t>
            </a:r>
            <a:r>
              <a:rPr dirty="0" spc="434"/>
              <a:t>heart</a:t>
            </a:r>
            <a:r>
              <a:rPr dirty="0" spc="215"/>
              <a:t> </a:t>
            </a:r>
            <a:r>
              <a:rPr dirty="0" spc="380"/>
              <a:t>disease </a:t>
            </a:r>
            <a:r>
              <a:rPr dirty="0" spc="390"/>
              <a:t>based</a:t>
            </a:r>
            <a:r>
              <a:rPr dirty="0" spc="210"/>
              <a:t> </a:t>
            </a:r>
            <a:r>
              <a:rPr dirty="0" spc="390"/>
              <a:t>on</a:t>
            </a:r>
            <a:r>
              <a:rPr dirty="0" spc="210"/>
              <a:t> </a:t>
            </a:r>
            <a:r>
              <a:rPr dirty="0" spc="450"/>
              <a:t>clinical</a:t>
            </a:r>
            <a:r>
              <a:rPr dirty="0" spc="210"/>
              <a:t> </a:t>
            </a:r>
            <a:r>
              <a:rPr dirty="0" spc="390"/>
              <a:t>and</a:t>
            </a:r>
            <a:r>
              <a:rPr dirty="0" spc="210"/>
              <a:t> </a:t>
            </a:r>
            <a:r>
              <a:rPr dirty="0" spc="420"/>
              <a:t>lifestyle</a:t>
            </a:r>
            <a:r>
              <a:rPr dirty="0" spc="210"/>
              <a:t> </a:t>
            </a:r>
            <a:r>
              <a:rPr dirty="0" spc="395"/>
              <a:t>features.</a:t>
            </a:r>
            <a:r>
              <a:rPr dirty="0" spc="210"/>
              <a:t> </a:t>
            </a:r>
            <a:r>
              <a:rPr dirty="0" spc="395"/>
              <a:t>The</a:t>
            </a:r>
            <a:r>
              <a:rPr dirty="0" spc="210"/>
              <a:t> </a:t>
            </a:r>
            <a:r>
              <a:rPr dirty="0" spc="390"/>
              <a:t>goal</a:t>
            </a:r>
            <a:r>
              <a:rPr dirty="0" spc="210"/>
              <a:t> </a:t>
            </a:r>
            <a:r>
              <a:rPr dirty="0" spc="395"/>
              <a:t>is</a:t>
            </a:r>
            <a:r>
              <a:rPr dirty="0" spc="210"/>
              <a:t> </a:t>
            </a:r>
            <a:r>
              <a:rPr dirty="0" spc="480"/>
              <a:t>to </a:t>
            </a:r>
            <a:r>
              <a:rPr dirty="0" spc="420"/>
              <a:t>support</a:t>
            </a:r>
            <a:r>
              <a:rPr dirty="0" spc="215"/>
              <a:t> </a:t>
            </a:r>
            <a:r>
              <a:rPr dirty="0" spc="390"/>
              <a:t>early</a:t>
            </a:r>
            <a:r>
              <a:rPr dirty="0" spc="220"/>
              <a:t> </a:t>
            </a:r>
            <a:r>
              <a:rPr dirty="0" spc="390"/>
              <a:t>diagnosis</a:t>
            </a:r>
            <a:r>
              <a:rPr dirty="0" spc="220"/>
              <a:t> </a:t>
            </a:r>
            <a:r>
              <a:rPr dirty="0" spc="390"/>
              <a:t>by</a:t>
            </a:r>
            <a:r>
              <a:rPr dirty="0" spc="215"/>
              <a:t> </a:t>
            </a:r>
            <a:r>
              <a:rPr dirty="0" spc="415"/>
              <a:t>identifying</a:t>
            </a:r>
            <a:r>
              <a:rPr dirty="0" spc="220"/>
              <a:t> </a:t>
            </a:r>
            <a:r>
              <a:rPr dirty="0" spc="310"/>
              <a:t>high-</a:t>
            </a:r>
            <a:r>
              <a:rPr dirty="0" spc="445"/>
              <a:t>risk</a:t>
            </a:r>
            <a:r>
              <a:rPr dirty="0" spc="220"/>
              <a:t> </a:t>
            </a:r>
            <a:r>
              <a:rPr dirty="0" spc="380"/>
              <a:t>individuals </a:t>
            </a:r>
            <a:r>
              <a:rPr dirty="0" spc="390"/>
              <a:t>using</a:t>
            </a:r>
            <a:r>
              <a:rPr dirty="0" spc="220"/>
              <a:t> </a:t>
            </a:r>
            <a:r>
              <a:rPr dirty="0" spc="434"/>
              <a:t>historical</a:t>
            </a:r>
            <a:r>
              <a:rPr dirty="0" spc="225"/>
              <a:t> </a:t>
            </a:r>
            <a:r>
              <a:rPr dirty="0" spc="455"/>
              <a:t>patient</a:t>
            </a:r>
            <a:r>
              <a:rPr dirty="0" spc="225"/>
              <a:t> </a:t>
            </a:r>
            <a:r>
              <a:rPr dirty="0" spc="425"/>
              <a:t>data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13335660" y="602347"/>
            <a:ext cx="3923029" cy="852169"/>
          </a:xfrm>
          <a:custGeom>
            <a:avLst/>
            <a:gdLst/>
            <a:ahLst/>
            <a:cxnLst/>
            <a:rect l="l" t="t" r="r" b="b"/>
            <a:pathLst>
              <a:path w="3923030" h="852169">
                <a:moveTo>
                  <a:pt x="3055201" y="423316"/>
                </a:moveTo>
                <a:lnTo>
                  <a:pt x="3048482" y="416598"/>
                </a:lnTo>
                <a:lnTo>
                  <a:pt x="270230" y="416598"/>
                </a:lnTo>
                <a:lnTo>
                  <a:pt x="261632" y="415137"/>
                </a:lnTo>
                <a:lnTo>
                  <a:pt x="216763" y="397814"/>
                </a:lnTo>
                <a:lnTo>
                  <a:pt x="195186" y="354787"/>
                </a:lnTo>
                <a:lnTo>
                  <a:pt x="169811" y="261493"/>
                </a:lnTo>
                <a:lnTo>
                  <a:pt x="153657" y="356844"/>
                </a:lnTo>
                <a:lnTo>
                  <a:pt x="136372" y="401764"/>
                </a:lnTo>
                <a:lnTo>
                  <a:pt x="93345" y="423354"/>
                </a:lnTo>
                <a:lnTo>
                  <a:pt x="0" y="448729"/>
                </a:lnTo>
                <a:lnTo>
                  <a:pt x="95351" y="464883"/>
                </a:lnTo>
                <a:lnTo>
                  <a:pt x="140258" y="482155"/>
                </a:lnTo>
                <a:lnTo>
                  <a:pt x="161848" y="525132"/>
                </a:lnTo>
                <a:lnTo>
                  <a:pt x="187236" y="618401"/>
                </a:lnTo>
                <a:lnTo>
                  <a:pt x="203377" y="523138"/>
                </a:lnTo>
                <a:lnTo>
                  <a:pt x="220649" y="478256"/>
                </a:lnTo>
                <a:lnTo>
                  <a:pt x="263639" y="456692"/>
                </a:lnTo>
                <a:lnTo>
                  <a:pt x="300215" y="446735"/>
                </a:lnTo>
                <a:lnTo>
                  <a:pt x="3048482" y="446735"/>
                </a:lnTo>
                <a:lnTo>
                  <a:pt x="3055201" y="440016"/>
                </a:lnTo>
                <a:lnTo>
                  <a:pt x="3055201" y="423316"/>
                </a:lnTo>
                <a:close/>
              </a:path>
              <a:path w="3923030" h="852169">
                <a:moveTo>
                  <a:pt x="3491941" y="656818"/>
                </a:moveTo>
                <a:lnTo>
                  <a:pt x="3485223" y="649973"/>
                </a:lnTo>
                <a:lnTo>
                  <a:pt x="706907" y="649973"/>
                </a:lnTo>
                <a:lnTo>
                  <a:pt x="698373" y="648525"/>
                </a:lnTo>
                <a:lnTo>
                  <a:pt x="653503" y="631253"/>
                </a:lnTo>
                <a:lnTo>
                  <a:pt x="631926" y="588276"/>
                </a:lnTo>
                <a:lnTo>
                  <a:pt x="606552" y="495007"/>
                </a:lnTo>
                <a:lnTo>
                  <a:pt x="590397" y="590283"/>
                </a:lnTo>
                <a:lnTo>
                  <a:pt x="573112" y="635152"/>
                </a:lnTo>
                <a:lnTo>
                  <a:pt x="530098" y="656729"/>
                </a:lnTo>
                <a:lnTo>
                  <a:pt x="436740" y="682104"/>
                </a:lnTo>
                <a:lnTo>
                  <a:pt x="532091" y="698271"/>
                </a:lnTo>
                <a:lnTo>
                  <a:pt x="577011" y="715594"/>
                </a:lnTo>
                <a:lnTo>
                  <a:pt x="598601" y="758621"/>
                </a:lnTo>
                <a:lnTo>
                  <a:pt x="623976" y="851916"/>
                </a:lnTo>
                <a:lnTo>
                  <a:pt x="640118" y="756564"/>
                </a:lnTo>
                <a:lnTo>
                  <a:pt x="657390" y="711644"/>
                </a:lnTo>
                <a:lnTo>
                  <a:pt x="700379" y="690054"/>
                </a:lnTo>
                <a:lnTo>
                  <a:pt x="736968" y="680097"/>
                </a:lnTo>
                <a:lnTo>
                  <a:pt x="3485223" y="680097"/>
                </a:lnTo>
                <a:lnTo>
                  <a:pt x="3491941" y="673392"/>
                </a:lnTo>
                <a:lnTo>
                  <a:pt x="3491941" y="656818"/>
                </a:lnTo>
                <a:close/>
              </a:path>
              <a:path w="3923030" h="852169">
                <a:moveTo>
                  <a:pt x="3922826" y="161810"/>
                </a:moveTo>
                <a:lnTo>
                  <a:pt x="3916108" y="155092"/>
                </a:lnTo>
                <a:lnTo>
                  <a:pt x="1138199" y="155092"/>
                </a:lnTo>
                <a:lnTo>
                  <a:pt x="1129322" y="153581"/>
                </a:lnTo>
                <a:lnTo>
                  <a:pt x="1084414" y="136258"/>
                </a:lnTo>
                <a:lnTo>
                  <a:pt x="1062824" y="93268"/>
                </a:lnTo>
                <a:lnTo>
                  <a:pt x="1037437" y="0"/>
                </a:lnTo>
                <a:lnTo>
                  <a:pt x="1021295" y="95338"/>
                </a:lnTo>
                <a:lnTo>
                  <a:pt x="1004023" y="140246"/>
                </a:lnTo>
                <a:lnTo>
                  <a:pt x="961034" y="161785"/>
                </a:lnTo>
                <a:lnTo>
                  <a:pt x="867765" y="187083"/>
                </a:lnTo>
                <a:lnTo>
                  <a:pt x="963041" y="203314"/>
                </a:lnTo>
                <a:lnTo>
                  <a:pt x="1007910" y="220637"/>
                </a:lnTo>
                <a:lnTo>
                  <a:pt x="1029487" y="263626"/>
                </a:lnTo>
                <a:lnTo>
                  <a:pt x="1054862" y="356895"/>
                </a:lnTo>
                <a:lnTo>
                  <a:pt x="1071029" y="261556"/>
                </a:lnTo>
                <a:lnTo>
                  <a:pt x="1088351" y="216649"/>
                </a:lnTo>
                <a:lnTo>
                  <a:pt x="1131379" y="195110"/>
                </a:lnTo>
                <a:lnTo>
                  <a:pt x="1168323" y="185089"/>
                </a:lnTo>
                <a:lnTo>
                  <a:pt x="3916108" y="185089"/>
                </a:lnTo>
                <a:lnTo>
                  <a:pt x="3922826" y="178371"/>
                </a:lnTo>
                <a:lnTo>
                  <a:pt x="3922826" y="161810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29411" y="8806789"/>
            <a:ext cx="3923029" cy="852169"/>
          </a:xfrm>
          <a:custGeom>
            <a:avLst/>
            <a:gdLst/>
            <a:ahLst/>
            <a:cxnLst/>
            <a:rect l="l" t="t" r="r" b="b"/>
            <a:pathLst>
              <a:path w="3923029" h="852170">
                <a:moveTo>
                  <a:pt x="3055048" y="187096"/>
                </a:moveTo>
                <a:lnTo>
                  <a:pt x="2961779" y="161798"/>
                </a:lnTo>
                <a:lnTo>
                  <a:pt x="2918803" y="140246"/>
                </a:lnTo>
                <a:lnTo>
                  <a:pt x="2901531" y="95351"/>
                </a:lnTo>
                <a:lnTo>
                  <a:pt x="2885389" y="0"/>
                </a:lnTo>
                <a:lnTo>
                  <a:pt x="2860002" y="93268"/>
                </a:lnTo>
                <a:lnTo>
                  <a:pt x="2838412" y="136258"/>
                </a:lnTo>
                <a:lnTo>
                  <a:pt x="2793504" y="153581"/>
                </a:lnTo>
                <a:lnTo>
                  <a:pt x="2784551" y="155105"/>
                </a:lnTo>
                <a:lnTo>
                  <a:pt x="6705" y="155105"/>
                </a:lnTo>
                <a:lnTo>
                  <a:pt x="0" y="161810"/>
                </a:lnTo>
                <a:lnTo>
                  <a:pt x="0" y="178384"/>
                </a:lnTo>
                <a:lnTo>
                  <a:pt x="6705" y="185089"/>
                </a:lnTo>
                <a:lnTo>
                  <a:pt x="2754477" y="185089"/>
                </a:lnTo>
                <a:lnTo>
                  <a:pt x="2791434" y="195110"/>
                </a:lnTo>
                <a:lnTo>
                  <a:pt x="2834462" y="216649"/>
                </a:lnTo>
                <a:lnTo>
                  <a:pt x="2851785" y="261556"/>
                </a:lnTo>
                <a:lnTo>
                  <a:pt x="2867964" y="356908"/>
                </a:lnTo>
                <a:lnTo>
                  <a:pt x="2893339" y="263626"/>
                </a:lnTo>
                <a:lnTo>
                  <a:pt x="2902902" y="237388"/>
                </a:lnTo>
                <a:lnTo>
                  <a:pt x="2914916" y="220637"/>
                </a:lnTo>
                <a:lnTo>
                  <a:pt x="2932747" y="210299"/>
                </a:lnTo>
                <a:lnTo>
                  <a:pt x="2959785" y="203314"/>
                </a:lnTo>
                <a:lnTo>
                  <a:pt x="3055048" y="187096"/>
                </a:lnTo>
                <a:close/>
              </a:path>
              <a:path w="3923029" h="852170">
                <a:moveTo>
                  <a:pt x="3486086" y="682104"/>
                </a:moveTo>
                <a:lnTo>
                  <a:pt x="3392728" y="656729"/>
                </a:lnTo>
                <a:lnTo>
                  <a:pt x="3349714" y="635152"/>
                </a:lnTo>
                <a:lnTo>
                  <a:pt x="3332416" y="590283"/>
                </a:lnTo>
                <a:lnTo>
                  <a:pt x="3316274" y="495007"/>
                </a:lnTo>
                <a:lnTo>
                  <a:pt x="3290887" y="588276"/>
                </a:lnTo>
                <a:lnTo>
                  <a:pt x="3269323" y="631266"/>
                </a:lnTo>
                <a:lnTo>
                  <a:pt x="3224441" y="648538"/>
                </a:lnTo>
                <a:lnTo>
                  <a:pt x="3215970" y="649973"/>
                </a:lnTo>
                <a:lnTo>
                  <a:pt x="437591" y="649973"/>
                </a:lnTo>
                <a:lnTo>
                  <a:pt x="430885" y="656818"/>
                </a:lnTo>
                <a:lnTo>
                  <a:pt x="430885" y="673392"/>
                </a:lnTo>
                <a:lnTo>
                  <a:pt x="437591" y="680110"/>
                </a:lnTo>
                <a:lnTo>
                  <a:pt x="3185884" y="680110"/>
                </a:lnTo>
                <a:lnTo>
                  <a:pt x="3222447" y="690054"/>
                </a:lnTo>
                <a:lnTo>
                  <a:pt x="3265424" y="711644"/>
                </a:lnTo>
                <a:lnTo>
                  <a:pt x="3282696" y="756564"/>
                </a:lnTo>
                <a:lnTo>
                  <a:pt x="3298850" y="851916"/>
                </a:lnTo>
                <a:lnTo>
                  <a:pt x="3324225" y="758621"/>
                </a:lnTo>
                <a:lnTo>
                  <a:pt x="3333800" y="732358"/>
                </a:lnTo>
                <a:lnTo>
                  <a:pt x="3345815" y="715594"/>
                </a:lnTo>
                <a:lnTo>
                  <a:pt x="3363658" y="705256"/>
                </a:lnTo>
                <a:lnTo>
                  <a:pt x="3390735" y="698271"/>
                </a:lnTo>
                <a:lnTo>
                  <a:pt x="3486086" y="682104"/>
                </a:lnTo>
                <a:close/>
              </a:path>
              <a:path w="3923029" h="852170">
                <a:moveTo>
                  <a:pt x="3922826" y="448741"/>
                </a:moveTo>
                <a:lnTo>
                  <a:pt x="3829469" y="423354"/>
                </a:lnTo>
                <a:lnTo>
                  <a:pt x="3786454" y="401764"/>
                </a:lnTo>
                <a:lnTo>
                  <a:pt x="3769156" y="356857"/>
                </a:lnTo>
                <a:lnTo>
                  <a:pt x="3753015" y="261505"/>
                </a:lnTo>
                <a:lnTo>
                  <a:pt x="3727640" y="354787"/>
                </a:lnTo>
                <a:lnTo>
                  <a:pt x="3706063" y="397814"/>
                </a:lnTo>
                <a:lnTo>
                  <a:pt x="3661194" y="415137"/>
                </a:lnTo>
                <a:lnTo>
                  <a:pt x="3652583" y="416598"/>
                </a:lnTo>
                <a:lnTo>
                  <a:pt x="874344" y="416598"/>
                </a:lnTo>
                <a:lnTo>
                  <a:pt x="867625" y="423316"/>
                </a:lnTo>
                <a:lnTo>
                  <a:pt x="867625" y="440029"/>
                </a:lnTo>
                <a:lnTo>
                  <a:pt x="874344" y="446735"/>
                </a:lnTo>
                <a:lnTo>
                  <a:pt x="3622586" y="446735"/>
                </a:lnTo>
                <a:lnTo>
                  <a:pt x="3659187" y="456692"/>
                </a:lnTo>
                <a:lnTo>
                  <a:pt x="3702164" y="478269"/>
                </a:lnTo>
                <a:lnTo>
                  <a:pt x="3719436" y="523138"/>
                </a:lnTo>
                <a:lnTo>
                  <a:pt x="3735590" y="618401"/>
                </a:lnTo>
                <a:lnTo>
                  <a:pt x="3760965" y="525132"/>
                </a:lnTo>
                <a:lnTo>
                  <a:pt x="3770541" y="498894"/>
                </a:lnTo>
                <a:lnTo>
                  <a:pt x="3782555" y="482155"/>
                </a:lnTo>
                <a:lnTo>
                  <a:pt x="3800411" y="471843"/>
                </a:lnTo>
                <a:lnTo>
                  <a:pt x="3827475" y="464883"/>
                </a:lnTo>
                <a:lnTo>
                  <a:pt x="3922826" y="448741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0380454" y="7349039"/>
            <a:ext cx="7907655" cy="2938145"/>
            <a:chOff x="10380454" y="7349039"/>
            <a:chExt cx="7907655" cy="293814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80454" y="7628542"/>
              <a:ext cx="7907544" cy="2658457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7078186" y="7349045"/>
              <a:ext cx="352425" cy="1906905"/>
            </a:xfrm>
            <a:custGeom>
              <a:avLst/>
              <a:gdLst/>
              <a:ahLst/>
              <a:cxnLst/>
              <a:rect l="l" t="t" r="r" b="b"/>
              <a:pathLst>
                <a:path w="352425" h="1906904">
                  <a:moveTo>
                    <a:pt x="352031" y="1730692"/>
                  </a:moveTo>
                  <a:lnTo>
                    <a:pt x="214553" y="1714627"/>
                  </a:lnTo>
                  <a:lnTo>
                    <a:pt x="176009" y="1554683"/>
                  </a:lnTo>
                  <a:lnTo>
                    <a:pt x="159943" y="1692160"/>
                  </a:lnTo>
                  <a:lnTo>
                    <a:pt x="156286" y="1699577"/>
                  </a:lnTo>
                  <a:lnTo>
                    <a:pt x="144894" y="1710969"/>
                  </a:lnTo>
                  <a:lnTo>
                    <a:pt x="137477" y="1714627"/>
                  </a:lnTo>
                  <a:lnTo>
                    <a:pt x="0" y="1730692"/>
                  </a:lnTo>
                  <a:lnTo>
                    <a:pt x="137477" y="1746758"/>
                  </a:lnTo>
                  <a:lnTo>
                    <a:pt x="144894" y="1750428"/>
                  </a:lnTo>
                  <a:lnTo>
                    <a:pt x="156286" y="1761807"/>
                  </a:lnTo>
                  <a:lnTo>
                    <a:pt x="159943" y="1769237"/>
                  </a:lnTo>
                  <a:lnTo>
                    <a:pt x="176009" y="1906816"/>
                  </a:lnTo>
                  <a:lnTo>
                    <a:pt x="192074" y="1769237"/>
                  </a:lnTo>
                  <a:lnTo>
                    <a:pt x="195745" y="1761807"/>
                  </a:lnTo>
                  <a:lnTo>
                    <a:pt x="207124" y="1750428"/>
                  </a:lnTo>
                  <a:lnTo>
                    <a:pt x="214553" y="1746758"/>
                  </a:lnTo>
                  <a:lnTo>
                    <a:pt x="352031" y="1730692"/>
                  </a:lnTo>
                  <a:close/>
                </a:path>
                <a:path w="352425" h="1906904">
                  <a:moveTo>
                    <a:pt x="352031" y="953414"/>
                  </a:moveTo>
                  <a:lnTo>
                    <a:pt x="214553" y="937336"/>
                  </a:lnTo>
                  <a:lnTo>
                    <a:pt x="176009" y="777392"/>
                  </a:lnTo>
                  <a:lnTo>
                    <a:pt x="159943" y="914869"/>
                  </a:lnTo>
                  <a:lnTo>
                    <a:pt x="156286" y="922286"/>
                  </a:lnTo>
                  <a:lnTo>
                    <a:pt x="144894" y="933678"/>
                  </a:lnTo>
                  <a:lnTo>
                    <a:pt x="137477" y="937336"/>
                  </a:lnTo>
                  <a:lnTo>
                    <a:pt x="0" y="953414"/>
                  </a:lnTo>
                  <a:lnTo>
                    <a:pt x="137477" y="969479"/>
                  </a:lnTo>
                  <a:lnTo>
                    <a:pt x="144894" y="973137"/>
                  </a:lnTo>
                  <a:lnTo>
                    <a:pt x="156286" y="984529"/>
                  </a:lnTo>
                  <a:lnTo>
                    <a:pt x="159943" y="991946"/>
                  </a:lnTo>
                  <a:lnTo>
                    <a:pt x="176009" y="1129423"/>
                  </a:lnTo>
                  <a:lnTo>
                    <a:pt x="192074" y="991946"/>
                  </a:lnTo>
                  <a:lnTo>
                    <a:pt x="195745" y="984529"/>
                  </a:lnTo>
                  <a:lnTo>
                    <a:pt x="207124" y="973137"/>
                  </a:lnTo>
                  <a:lnTo>
                    <a:pt x="214553" y="969479"/>
                  </a:lnTo>
                  <a:lnTo>
                    <a:pt x="352031" y="953414"/>
                  </a:lnTo>
                  <a:close/>
                </a:path>
                <a:path w="352425" h="1906904">
                  <a:moveTo>
                    <a:pt x="352031" y="176123"/>
                  </a:moveTo>
                  <a:lnTo>
                    <a:pt x="214553" y="160058"/>
                  </a:lnTo>
                  <a:lnTo>
                    <a:pt x="176009" y="0"/>
                  </a:lnTo>
                  <a:lnTo>
                    <a:pt x="159943" y="137579"/>
                  </a:lnTo>
                  <a:lnTo>
                    <a:pt x="156286" y="145008"/>
                  </a:lnTo>
                  <a:lnTo>
                    <a:pt x="144894" y="156387"/>
                  </a:lnTo>
                  <a:lnTo>
                    <a:pt x="137477" y="160058"/>
                  </a:lnTo>
                  <a:lnTo>
                    <a:pt x="0" y="176123"/>
                  </a:lnTo>
                  <a:lnTo>
                    <a:pt x="137477" y="192189"/>
                  </a:lnTo>
                  <a:lnTo>
                    <a:pt x="144894" y="195846"/>
                  </a:lnTo>
                  <a:lnTo>
                    <a:pt x="156286" y="207238"/>
                  </a:lnTo>
                  <a:lnTo>
                    <a:pt x="159943" y="214655"/>
                  </a:lnTo>
                  <a:lnTo>
                    <a:pt x="176009" y="352132"/>
                  </a:lnTo>
                  <a:lnTo>
                    <a:pt x="192074" y="214655"/>
                  </a:lnTo>
                  <a:lnTo>
                    <a:pt x="195745" y="207238"/>
                  </a:lnTo>
                  <a:lnTo>
                    <a:pt x="207124" y="195846"/>
                  </a:lnTo>
                  <a:lnTo>
                    <a:pt x="214553" y="192189"/>
                  </a:lnTo>
                  <a:lnTo>
                    <a:pt x="352031" y="176123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0" y="0"/>
            <a:ext cx="3848100" cy="4114800"/>
            <a:chOff x="0" y="0"/>
            <a:chExt cx="3848100" cy="411480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3847839" cy="4114799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847585" y="1031150"/>
              <a:ext cx="352425" cy="1906905"/>
            </a:xfrm>
            <a:custGeom>
              <a:avLst/>
              <a:gdLst/>
              <a:ahLst/>
              <a:cxnLst/>
              <a:rect l="l" t="t" r="r" b="b"/>
              <a:pathLst>
                <a:path w="352425" h="1906905">
                  <a:moveTo>
                    <a:pt x="352031" y="1730692"/>
                  </a:moveTo>
                  <a:lnTo>
                    <a:pt x="214553" y="1714627"/>
                  </a:lnTo>
                  <a:lnTo>
                    <a:pt x="176009" y="1554670"/>
                  </a:lnTo>
                  <a:lnTo>
                    <a:pt x="159943" y="1692148"/>
                  </a:lnTo>
                  <a:lnTo>
                    <a:pt x="156286" y="1699577"/>
                  </a:lnTo>
                  <a:lnTo>
                    <a:pt x="144894" y="1710969"/>
                  </a:lnTo>
                  <a:lnTo>
                    <a:pt x="137477" y="1714627"/>
                  </a:lnTo>
                  <a:lnTo>
                    <a:pt x="0" y="1730692"/>
                  </a:lnTo>
                  <a:lnTo>
                    <a:pt x="137477" y="1746758"/>
                  </a:lnTo>
                  <a:lnTo>
                    <a:pt x="144894" y="1750415"/>
                  </a:lnTo>
                  <a:lnTo>
                    <a:pt x="156286" y="1761807"/>
                  </a:lnTo>
                  <a:lnTo>
                    <a:pt x="159943" y="1769237"/>
                  </a:lnTo>
                  <a:lnTo>
                    <a:pt x="176009" y="1906816"/>
                  </a:lnTo>
                  <a:lnTo>
                    <a:pt x="192074" y="1769237"/>
                  </a:lnTo>
                  <a:lnTo>
                    <a:pt x="195745" y="1761807"/>
                  </a:lnTo>
                  <a:lnTo>
                    <a:pt x="207124" y="1750415"/>
                  </a:lnTo>
                  <a:lnTo>
                    <a:pt x="214553" y="1746758"/>
                  </a:lnTo>
                  <a:lnTo>
                    <a:pt x="352031" y="1730692"/>
                  </a:lnTo>
                  <a:close/>
                </a:path>
                <a:path w="352425" h="1906905">
                  <a:moveTo>
                    <a:pt x="352031" y="953401"/>
                  </a:moveTo>
                  <a:lnTo>
                    <a:pt x="214553" y="937336"/>
                  </a:lnTo>
                  <a:lnTo>
                    <a:pt x="176009" y="777379"/>
                  </a:lnTo>
                  <a:lnTo>
                    <a:pt x="159943" y="914869"/>
                  </a:lnTo>
                  <a:lnTo>
                    <a:pt x="156286" y="922286"/>
                  </a:lnTo>
                  <a:lnTo>
                    <a:pt x="144894" y="933678"/>
                  </a:lnTo>
                  <a:lnTo>
                    <a:pt x="137477" y="937336"/>
                  </a:lnTo>
                  <a:lnTo>
                    <a:pt x="0" y="953401"/>
                  </a:lnTo>
                  <a:lnTo>
                    <a:pt x="137477" y="969467"/>
                  </a:lnTo>
                  <a:lnTo>
                    <a:pt x="144894" y="973137"/>
                  </a:lnTo>
                  <a:lnTo>
                    <a:pt x="156286" y="984516"/>
                  </a:lnTo>
                  <a:lnTo>
                    <a:pt x="159943" y="991946"/>
                  </a:lnTo>
                  <a:lnTo>
                    <a:pt x="176009" y="1129423"/>
                  </a:lnTo>
                  <a:lnTo>
                    <a:pt x="192074" y="991946"/>
                  </a:lnTo>
                  <a:lnTo>
                    <a:pt x="195745" y="984516"/>
                  </a:lnTo>
                  <a:lnTo>
                    <a:pt x="207124" y="973137"/>
                  </a:lnTo>
                  <a:lnTo>
                    <a:pt x="214553" y="969467"/>
                  </a:lnTo>
                  <a:lnTo>
                    <a:pt x="352031" y="953401"/>
                  </a:lnTo>
                  <a:close/>
                </a:path>
                <a:path w="352425" h="1906905">
                  <a:moveTo>
                    <a:pt x="352031" y="176110"/>
                  </a:moveTo>
                  <a:lnTo>
                    <a:pt x="214553" y="160045"/>
                  </a:lnTo>
                  <a:lnTo>
                    <a:pt x="176009" y="0"/>
                  </a:lnTo>
                  <a:lnTo>
                    <a:pt x="159943" y="137579"/>
                  </a:lnTo>
                  <a:lnTo>
                    <a:pt x="156286" y="144995"/>
                  </a:lnTo>
                  <a:lnTo>
                    <a:pt x="144894" y="156387"/>
                  </a:lnTo>
                  <a:lnTo>
                    <a:pt x="137477" y="160045"/>
                  </a:lnTo>
                  <a:lnTo>
                    <a:pt x="0" y="176110"/>
                  </a:lnTo>
                  <a:lnTo>
                    <a:pt x="137477" y="192176"/>
                  </a:lnTo>
                  <a:lnTo>
                    <a:pt x="144894" y="195846"/>
                  </a:lnTo>
                  <a:lnTo>
                    <a:pt x="156286" y="207225"/>
                  </a:lnTo>
                  <a:lnTo>
                    <a:pt x="159943" y="214655"/>
                  </a:lnTo>
                  <a:lnTo>
                    <a:pt x="176009" y="352132"/>
                  </a:lnTo>
                  <a:lnTo>
                    <a:pt x="192074" y="214655"/>
                  </a:lnTo>
                  <a:lnTo>
                    <a:pt x="195745" y="207225"/>
                  </a:lnTo>
                  <a:lnTo>
                    <a:pt x="207124" y="195846"/>
                  </a:lnTo>
                  <a:lnTo>
                    <a:pt x="214553" y="192176"/>
                  </a:lnTo>
                  <a:lnTo>
                    <a:pt x="352031" y="17611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0454" y="7628542"/>
            <a:ext cx="7907544" cy="265845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3847839" cy="4114799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13335660" y="863840"/>
            <a:ext cx="3492500" cy="590550"/>
          </a:xfrm>
          <a:custGeom>
            <a:avLst/>
            <a:gdLst/>
            <a:ahLst/>
            <a:cxnLst/>
            <a:rect l="l" t="t" r="r" b="b"/>
            <a:pathLst>
              <a:path w="3492500" h="590550">
                <a:moveTo>
                  <a:pt x="3055201" y="161823"/>
                </a:moveTo>
                <a:lnTo>
                  <a:pt x="3048482" y="155105"/>
                </a:lnTo>
                <a:lnTo>
                  <a:pt x="270230" y="155105"/>
                </a:lnTo>
                <a:lnTo>
                  <a:pt x="261632" y="153644"/>
                </a:lnTo>
                <a:lnTo>
                  <a:pt x="216763" y="136321"/>
                </a:lnTo>
                <a:lnTo>
                  <a:pt x="195186" y="93294"/>
                </a:lnTo>
                <a:lnTo>
                  <a:pt x="169811" y="0"/>
                </a:lnTo>
                <a:lnTo>
                  <a:pt x="153657" y="95351"/>
                </a:lnTo>
                <a:lnTo>
                  <a:pt x="136372" y="140271"/>
                </a:lnTo>
                <a:lnTo>
                  <a:pt x="93345" y="161861"/>
                </a:lnTo>
                <a:lnTo>
                  <a:pt x="0" y="187236"/>
                </a:lnTo>
                <a:lnTo>
                  <a:pt x="95351" y="203390"/>
                </a:lnTo>
                <a:lnTo>
                  <a:pt x="140258" y="220662"/>
                </a:lnTo>
                <a:lnTo>
                  <a:pt x="161848" y="263639"/>
                </a:lnTo>
                <a:lnTo>
                  <a:pt x="187236" y="356908"/>
                </a:lnTo>
                <a:lnTo>
                  <a:pt x="203377" y="261645"/>
                </a:lnTo>
                <a:lnTo>
                  <a:pt x="220649" y="216763"/>
                </a:lnTo>
                <a:lnTo>
                  <a:pt x="263639" y="195199"/>
                </a:lnTo>
                <a:lnTo>
                  <a:pt x="300215" y="185242"/>
                </a:lnTo>
                <a:lnTo>
                  <a:pt x="3048482" y="185242"/>
                </a:lnTo>
                <a:lnTo>
                  <a:pt x="3055201" y="178523"/>
                </a:lnTo>
                <a:lnTo>
                  <a:pt x="3055201" y="161823"/>
                </a:lnTo>
                <a:close/>
              </a:path>
              <a:path w="3492500" h="590550">
                <a:moveTo>
                  <a:pt x="3491941" y="395325"/>
                </a:moveTo>
                <a:lnTo>
                  <a:pt x="3485223" y="388480"/>
                </a:lnTo>
                <a:lnTo>
                  <a:pt x="706907" y="388480"/>
                </a:lnTo>
                <a:lnTo>
                  <a:pt x="698373" y="387032"/>
                </a:lnTo>
                <a:lnTo>
                  <a:pt x="653503" y="369760"/>
                </a:lnTo>
                <a:lnTo>
                  <a:pt x="631926" y="326783"/>
                </a:lnTo>
                <a:lnTo>
                  <a:pt x="606552" y="233514"/>
                </a:lnTo>
                <a:lnTo>
                  <a:pt x="590397" y="328790"/>
                </a:lnTo>
                <a:lnTo>
                  <a:pt x="573112" y="373659"/>
                </a:lnTo>
                <a:lnTo>
                  <a:pt x="530098" y="395236"/>
                </a:lnTo>
                <a:lnTo>
                  <a:pt x="436740" y="420611"/>
                </a:lnTo>
                <a:lnTo>
                  <a:pt x="532091" y="436778"/>
                </a:lnTo>
                <a:lnTo>
                  <a:pt x="577011" y="454101"/>
                </a:lnTo>
                <a:lnTo>
                  <a:pt x="598601" y="497128"/>
                </a:lnTo>
                <a:lnTo>
                  <a:pt x="623976" y="590423"/>
                </a:lnTo>
                <a:lnTo>
                  <a:pt x="640118" y="495071"/>
                </a:lnTo>
                <a:lnTo>
                  <a:pt x="657390" y="450151"/>
                </a:lnTo>
                <a:lnTo>
                  <a:pt x="700379" y="428561"/>
                </a:lnTo>
                <a:lnTo>
                  <a:pt x="736968" y="418604"/>
                </a:lnTo>
                <a:lnTo>
                  <a:pt x="3485223" y="418604"/>
                </a:lnTo>
                <a:lnTo>
                  <a:pt x="3491941" y="411899"/>
                </a:lnTo>
                <a:lnTo>
                  <a:pt x="3491941" y="395325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4203426" y="602347"/>
            <a:ext cx="3055620" cy="357505"/>
          </a:xfrm>
          <a:custGeom>
            <a:avLst/>
            <a:gdLst/>
            <a:ahLst/>
            <a:cxnLst/>
            <a:rect l="l" t="t" r="r" b="b"/>
            <a:pathLst>
              <a:path w="3055619" h="357505">
                <a:moveTo>
                  <a:pt x="3055061" y="161810"/>
                </a:moveTo>
                <a:lnTo>
                  <a:pt x="3048343" y="155092"/>
                </a:lnTo>
                <a:lnTo>
                  <a:pt x="270433" y="155092"/>
                </a:lnTo>
                <a:lnTo>
                  <a:pt x="261556" y="153581"/>
                </a:lnTo>
                <a:lnTo>
                  <a:pt x="216649" y="136258"/>
                </a:lnTo>
                <a:lnTo>
                  <a:pt x="195059" y="93268"/>
                </a:lnTo>
                <a:lnTo>
                  <a:pt x="169672" y="0"/>
                </a:lnTo>
                <a:lnTo>
                  <a:pt x="153530" y="95338"/>
                </a:lnTo>
                <a:lnTo>
                  <a:pt x="136258" y="140246"/>
                </a:lnTo>
                <a:lnTo>
                  <a:pt x="93268" y="161785"/>
                </a:lnTo>
                <a:lnTo>
                  <a:pt x="0" y="187083"/>
                </a:lnTo>
                <a:lnTo>
                  <a:pt x="95275" y="203314"/>
                </a:lnTo>
                <a:lnTo>
                  <a:pt x="140144" y="220637"/>
                </a:lnTo>
                <a:lnTo>
                  <a:pt x="161721" y="263626"/>
                </a:lnTo>
                <a:lnTo>
                  <a:pt x="187096" y="356895"/>
                </a:lnTo>
                <a:lnTo>
                  <a:pt x="203263" y="261556"/>
                </a:lnTo>
                <a:lnTo>
                  <a:pt x="220586" y="216649"/>
                </a:lnTo>
                <a:lnTo>
                  <a:pt x="263613" y="195110"/>
                </a:lnTo>
                <a:lnTo>
                  <a:pt x="300558" y="185089"/>
                </a:lnTo>
                <a:lnTo>
                  <a:pt x="3048343" y="185089"/>
                </a:lnTo>
                <a:lnTo>
                  <a:pt x="3055061" y="178371"/>
                </a:lnTo>
                <a:lnTo>
                  <a:pt x="3055061" y="161810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460296" y="9068295"/>
            <a:ext cx="3492500" cy="590550"/>
          </a:xfrm>
          <a:custGeom>
            <a:avLst/>
            <a:gdLst/>
            <a:ahLst/>
            <a:cxnLst/>
            <a:rect l="l" t="t" r="r" b="b"/>
            <a:pathLst>
              <a:path w="3492500" h="590550">
                <a:moveTo>
                  <a:pt x="3055201" y="420598"/>
                </a:moveTo>
                <a:lnTo>
                  <a:pt x="2961843" y="395224"/>
                </a:lnTo>
                <a:lnTo>
                  <a:pt x="2918828" y="373646"/>
                </a:lnTo>
                <a:lnTo>
                  <a:pt x="2901531" y="328777"/>
                </a:lnTo>
                <a:lnTo>
                  <a:pt x="2885389" y="233502"/>
                </a:lnTo>
                <a:lnTo>
                  <a:pt x="2860002" y="326771"/>
                </a:lnTo>
                <a:lnTo>
                  <a:pt x="2838437" y="369760"/>
                </a:lnTo>
                <a:lnTo>
                  <a:pt x="2793555" y="387032"/>
                </a:lnTo>
                <a:lnTo>
                  <a:pt x="2785084" y="388467"/>
                </a:lnTo>
                <a:lnTo>
                  <a:pt x="6705" y="388467"/>
                </a:lnTo>
                <a:lnTo>
                  <a:pt x="0" y="395312"/>
                </a:lnTo>
                <a:lnTo>
                  <a:pt x="0" y="411886"/>
                </a:lnTo>
                <a:lnTo>
                  <a:pt x="6705" y="418604"/>
                </a:lnTo>
                <a:lnTo>
                  <a:pt x="2754998" y="418604"/>
                </a:lnTo>
                <a:lnTo>
                  <a:pt x="2791561" y="428548"/>
                </a:lnTo>
                <a:lnTo>
                  <a:pt x="2834538" y="450138"/>
                </a:lnTo>
                <a:lnTo>
                  <a:pt x="2851810" y="495058"/>
                </a:lnTo>
                <a:lnTo>
                  <a:pt x="2867964" y="590410"/>
                </a:lnTo>
                <a:lnTo>
                  <a:pt x="2893339" y="497116"/>
                </a:lnTo>
                <a:lnTo>
                  <a:pt x="2902915" y="470852"/>
                </a:lnTo>
                <a:lnTo>
                  <a:pt x="2914929" y="454088"/>
                </a:lnTo>
                <a:lnTo>
                  <a:pt x="2932773" y="443750"/>
                </a:lnTo>
                <a:lnTo>
                  <a:pt x="2959849" y="436765"/>
                </a:lnTo>
                <a:lnTo>
                  <a:pt x="3055201" y="420598"/>
                </a:lnTo>
                <a:close/>
              </a:path>
              <a:path w="3492500" h="590550">
                <a:moveTo>
                  <a:pt x="3491941" y="187236"/>
                </a:moveTo>
                <a:lnTo>
                  <a:pt x="3398583" y="161848"/>
                </a:lnTo>
                <a:lnTo>
                  <a:pt x="3355568" y="140258"/>
                </a:lnTo>
                <a:lnTo>
                  <a:pt x="3338271" y="95351"/>
                </a:lnTo>
                <a:lnTo>
                  <a:pt x="3322129" y="0"/>
                </a:lnTo>
                <a:lnTo>
                  <a:pt x="3296755" y="93281"/>
                </a:lnTo>
                <a:lnTo>
                  <a:pt x="3275177" y="136309"/>
                </a:lnTo>
                <a:lnTo>
                  <a:pt x="3230308" y="153631"/>
                </a:lnTo>
                <a:lnTo>
                  <a:pt x="3221698" y="155092"/>
                </a:lnTo>
                <a:lnTo>
                  <a:pt x="443458" y="155092"/>
                </a:lnTo>
                <a:lnTo>
                  <a:pt x="436740" y="161810"/>
                </a:lnTo>
                <a:lnTo>
                  <a:pt x="436740" y="178523"/>
                </a:lnTo>
                <a:lnTo>
                  <a:pt x="443458" y="185229"/>
                </a:lnTo>
                <a:lnTo>
                  <a:pt x="3191700" y="185229"/>
                </a:lnTo>
                <a:lnTo>
                  <a:pt x="3228302" y="195186"/>
                </a:lnTo>
                <a:lnTo>
                  <a:pt x="3271278" y="216763"/>
                </a:lnTo>
                <a:lnTo>
                  <a:pt x="3288550" y="261632"/>
                </a:lnTo>
                <a:lnTo>
                  <a:pt x="3304705" y="356895"/>
                </a:lnTo>
                <a:lnTo>
                  <a:pt x="3330079" y="263626"/>
                </a:lnTo>
                <a:lnTo>
                  <a:pt x="3339655" y="237388"/>
                </a:lnTo>
                <a:lnTo>
                  <a:pt x="3351669" y="220649"/>
                </a:lnTo>
                <a:lnTo>
                  <a:pt x="3369526" y="210337"/>
                </a:lnTo>
                <a:lnTo>
                  <a:pt x="3396589" y="203377"/>
                </a:lnTo>
                <a:lnTo>
                  <a:pt x="3491941" y="187236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29411" y="8806789"/>
            <a:ext cx="3055620" cy="357505"/>
          </a:xfrm>
          <a:custGeom>
            <a:avLst/>
            <a:gdLst/>
            <a:ahLst/>
            <a:cxnLst/>
            <a:rect l="l" t="t" r="r" b="b"/>
            <a:pathLst>
              <a:path w="3055620" h="357504">
                <a:moveTo>
                  <a:pt x="3055048" y="187096"/>
                </a:moveTo>
                <a:lnTo>
                  <a:pt x="2961779" y="161798"/>
                </a:lnTo>
                <a:lnTo>
                  <a:pt x="2918803" y="140246"/>
                </a:lnTo>
                <a:lnTo>
                  <a:pt x="2901531" y="95351"/>
                </a:lnTo>
                <a:lnTo>
                  <a:pt x="2885389" y="0"/>
                </a:lnTo>
                <a:lnTo>
                  <a:pt x="2860002" y="93268"/>
                </a:lnTo>
                <a:lnTo>
                  <a:pt x="2838412" y="136258"/>
                </a:lnTo>
                <a:lnTo>
                  <a:pt x="2793504" y="153581"/>
                </a:lnTo>
                <a:lnTo>
                  <a:pt x="2784551" y="155105"/>
                </a:lnTo>
                <a:lnTo>
                  <a:pt x="6705" y="155105"/>
                </a:lnTo>
                <a:lnTo>
                  <a:pt x="0" y="161810"/>
                </a:lnTo>
                <a:lnTo>
                  <a:pt x="0" y="178384"/>
                </a:lnTo>
                <a:lnTo>
                  <a:pt x="6705" y="185089"/>
                </a:lnTo>
                <a:lnTo>
                  <a:pt x="2754477" y="185089"/>
                </a:lnTo>
                <a:lnTo>
                  <a:pt x="2791434" y="195110"/>
                </a:lnTo>
                <a:lnTo>
                  <a:pt x="2834462" y="216649"/>
                </a:lnTo>
                <a:lnTo>
                  <a:pt x="2851785" y="261556"/>
                </a:lnTo>
                <a:lnTo>
                  <a:pt x="2867964" y="356908"/>
                </a:lnTo>
                <a:lnTo>
                  <a:pt x="2893339" y="263626"/>
                </a:lnTo>
                <a:lnTo>
                  <a:pt x="2902902" y="237388"/>
                </a:lnTo>
                <a:lnTo>
                  <a:pt x="2914916" y="220637"/>
                </a:lnTo>
                <a:lnTo>
                  <a:pt x="2932747" y="210299"/>
                </a:lnTo>
                <a:lnTo>
                  <a:pt x="2959785" y="203314"/>
                </a:lnTo>
                <a:lnTo>
                  <a:pt x="3055048" y="187096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7078187" y="7349039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176018" y="352138"/>
                </a:moveTo>
                <a:lnTo>
                  <a:pt x="159952" y="214659"/>
                </a:lnTo>
                <a:lnTo>
                  <a:pt x="0" y="176120"/>
                </a:lnTo>
                <a:lnTo>
                  <a:pt x="137479" y="160053"/>
                </a:lnTo>
                <a:lnTo>
                  <a:pt x="144902" y="156393"/>
                </a:lnTo>
                <a:lnTo>
                  <a:pt x="156291" y="145004"/>
                </a:lnTo>
                <a:lnTo>
                  <a:pt x="159952" y="137581"/>
                </a:lnTo>
                <a:lnTo>
                  <a:pt x="176018" y="0"/>
                </a:lnTo>
                <a:lnTo>
                  <a:pt x="192084" y="137581"/>
                </a:lnTo>
                <a:lnTo>
                  <a:pt x="195745" y="145004"/>
                </a:lnTo>
                <a:lnTo>
                  <a:pt x="207134" y="156393"/>
                </a:lnTo>
                <a:lnTo>
                  <a:pt x="214557" y="160053"/>
                </a:lnTo>
                <a:lnTo>
                  <a:pt x="352037" y="176120"/>
                </a:lnTo>
                <a:lnTo>
                  <a:pt x="214557" y="192186"/>
                </a:lnTo>
                <a:lnTo>
                  <a:pt x="207134" y="195847"/>
                </a:lnTo>
                <a:lnTo>
                  <a:pt x="195745" y="207236"/>
                </a:lnTo>
                <a:lnTo>
                  <a:pt x="192084" y="214659"/>
                </a:lnTo>
                <a:lnTo>
                  <a:pt x="176018" y="352138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7078187" y="8126428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176018" y="352037"/>
                </a:moveTo>
                <a:lnTo>
                  <a:pt x="159952" y="214557"/>
                </a:lnTo>
                <a:lnTo>
                  <a:pt x="0" y="176018"/>
                </a:lnTo>
                <a:lnTo>
                  <a:pt x="137479" y="159952"/>
                </a:lnTo>
                <a:lnTo>
                  <a:pt x="144902" y="156291"/>
                </a:lnTo>
                <a:lnTo>
                  <a:pt x="156291" y="144902"/>
                </a:lnTo>
                <a:lnTo>
                  <a:pt x="159952" y="137479"/>
                </a:lnTo>
                <a:lnTo>
                  <a:pt x="176018" y="0"/>
                </a:lnTo>
                <a:lnTo>
                  <a:pt x="192084" y="137479"/>
                </a:lnTo>
                <a:lnTo>
                  <a:pt x="195745" y="144902"/>
                </a:lnTo>
                <a:lnTo>
                  <a:pt x="207134" y="156291"/>
                </a:lnTo>
                <a:lnTo>
                  <a:pt x="214557" y="159952"/>
                </a:lnTo>
                <a:lnTo>
                  <a:pt x="352037" y="176018"/>
                </a:lnTo>
                <a:lnTo>
                  <a:pt x="214557" y="192084"/>
                </a:lnTo>
                <a:lnTo>
                  <a:pt x="207134" y="195745"/>
                </a:lnTo>
                <a:lnTo>
                  <a:pt x="195745" y="207134"/>
                </a:lnTo>
                <a:lnTo>
                  <a:pt x="192084" y="214557"/>
                </a:lnTo>
                <a:lnTo>
                  <a:pt x="176018" y="352037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7078187" y="8903716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176018" y="352138"/>
                </a:moveTo>
                <a:lnTo>
                  <a:pt x="159952" y="214557"/>
                </a:lnTo>
                <a:lnTo>
                  <a:pt x="0" y="176018"/>
                </a:lnTo>
                <a:lnTo>
                  <a:pt x="137479" y="159952"/>
                </a:lnTo>
                <a:lnTo>
                  <a:pt x="144902" y="156291"/>
                </a:lnTo>
                <a:lnTo>
                  <a:pt x="156291" y="144902"/>
                </a:lnTo>
                <a:lnTo>
                  <a:pt x="159952" y="137479"/>
                </a:lnTo>
                <a:lnTo>
                  <a:pt x="176018" y="0"/>
                </a:lnTo>
                <a:lnTo>
                  <a:pt x="192084" y="137479"/>
                </a:lnTo>
                <a:lnTo>
                  <a:pt x="195745" y="144902"/>
                </a:lnTo>
                <a:lnTo>
                  <a:pt x="207134" y="156291"/>
                </a:lnTo>
                <a:lnTo>
                  <a:pt x="214557" y="159952"/>
                </a:lnTo>
                <a:lnTo>
                  <a:pt x="352037" y="176018"/>
                </a:lnTo>
                <a:lnTo>
                  <a:pt x="214557" y="192085"/>
                </a:lnTo>
                <a:lnTo>
                  <a:pt x="207134" y="195745"/>
                </a:lnTo>
                <a:lnTo>
                  <a:pt x="195745" y="207134"/>
                </a:lnTo>
                <a:lnTo>
                  <a:pt x="192084" y="214557"/>
                </a:lnTo>
                <a:lnTo>
                  <a:pt x="176018" y="352138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47587" y="1031140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176018" y="352138"/>
                </a:moveTo>
                <a:lnTo>
                  <a:pt x="159952" y="214659"/>
                </a:lnTo>
                <a:lnTo>
                  <a:pt x="0" y="176120"/>
                </a:lnTo>
                <a:lnTo>
                  <a:pt x="137479" y="160053"/>
                </a:lnTo>
                <a:lnTo>
                  <a:pt x="144902" y="156393"/>
                </a:lnTo>
                <a:lnTo>
                  <a:pt x="156291" y="145004"/>
                </a:lnTo>
                <a:lnTo>
                  <a:pt x="159952" y="137581"/>
                </a:lnTo>
                <a:lnTo>
                  <a:pt x="176018" y="0"/>
                </a:lnTo>
                <a:lnTo>
                  <a:pt x="192084" y="137581"/>
                </a:lnTo>
                <a:lnTo>
                  <a:pt x="195745" y="145004"/>
                </a:lnTo>
                <a:lnTo>
                  <a:pt x="207134" y="156393"/>
                </a:lnTo>
                <a:lnTo>
                  <a:pt x="214557" y="160053"/>
                </a:lnTo>
                <a:lnTo>
                  <a:pt x="352037" y="176120"/>
                </a:lnTo>
                <a:lnTo>
                  <a:pt x="214557" y="192186"/>
                </a:lnTo>
                <a:lnTo>
                  <a:pt x="207134" y="195847"/>
                </a:lnTo>
                <a:lnTo>
                  <a:pt x="195745" y="207236"/>
                </a:lnTo>
                <a:lnTo>
                  <a:pt x="192084" y="214659"/>
                </a:lnTo>
                <a:lnTo>
                  <a:pt x="176018" y="352138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847587" y="1808530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176018" y="352037"/>
                </a:moveTo>
                <a:lnTo>
                  <a:pt x="159952" y="214557"/>
                </a:lnTo>
                <a:lnTo>
                  <a:pt x="0" y="176018"/>
                </a:lnTo>
                <a:lnTo>
                  <a:pt x="137479" y="159952"/>
                </a:lnTo>
                <a:lnTo>
                  <a:pt x="144902" y="156291"/>
                </a:lnTo>
                <a:lnTo>
                  <a:pt x="156291" y="144902"/>
                </a:lnTo>
                <a:lnTo>
                  <a:pt x="159952" y="137479"/>
                </a:lnTo>
                <a:lnTo>
                  <a:pt x="176018" y="0"/>
                </a:lnTo>
                <a:lnTo>
                  <a:pt x="192084" y="137479"/>
                </a:lnTo>
                <a:lnTo>
                  <a:pt x="195745" y="144902"/>
                </a:lnTo>
                <a:lnTo>
                  <a:pt x="207134" y="156291"/>
                </a:lnTo>
                <a:lnTo>
                  <a:pt x="214557" y="159952"/>
                </a:lnTo>
                <a:lnTo>
                  <a:pt x="352037" y="176018"/>
                </a:lnTo>
                <a:lnTo>
                  <a:pt x="214557" y="192084"/>
                </a:lnTo>
                <a:lnTo>
                  <a:pt x="207134" y="195745"/>
                </a:lnTo>
                <a:lnTo>
                  <a:pt x="195745" y="207134"/>
                </a:lnTo>
                <a:lnTo>
                  <a:pt x="192084" y="214557"/>
                </a:lnTo>
                <a:lnTo>
                  <a:pt x="176018" y="352037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847587" y="2585817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176018" y="352138"/>
                </a:moveTo>
                <a:lnTo>
                  <a:pt x="159952" y="214557"/>
                </a:lnTo>
                <a:lnTo>
                  <a:pt x="0" y="176018"/>
                </a:lnTo>
                <a:lnTo>
                  <a:pt x="137479" y="159952"/>
                </a:lnTo>
                <a:lnTo>
                  <a:pt x="144902" y="156291"/>
                </a:lnTo>
                <a:lnTo>
                  <a:pt x="156291" y="144902"/>
                </a:lnTo>
                <a:lnTo>
                  <a:pt x="159952" y="137479"/>
                </a:lnTo>
                <a:lnTo>
                  <a:pt x="176018" y="0"/>
                </a:lnTo>
                <a:lnTo>
                  <a:pt x="192084" y="137479"/>
                </a:lnTo>
                <a:lnTo>
                  <a:pt x="195745" y="144902"/>
                </a:lnTo>
                <a:lnTo>
                  <a:pt x="207134" y="156291"/>
                </a:lnTo>
                <a:lnTo>
                  <a:pt x="214557" y="159952"/>
                </a:lnTo>
                <a:lnTo>
                  <a:pt x="352037" y="176018"/>
                </a:lnTo>
                <a:lnTo>
                  <a:pt x="214557" y="192085"/>
                </a:lnTo>
                <a:lnTo>
                  <a:pt x="207134" y="195745"/>
                </a:lnTo>
                <a:lnTo>
                  <a:pt x="195745" y="207134"/>
                </a:lnTo>
                <a:lnTo>
                  <a:pt x="192084" y="214557"/>
                </a:lnTo>
                <a:lnTo>
                  <a:pt x="176018" y="352138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73611" y="3594840"/>
            <a:ext cx="5772149" cy="3524249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492963" y="846859"/>
            <a:ext cx="12667615" cy="149860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615"/>
              <a:t>PROPOSED</a:t>
            </a:r>
            <a:r>
              <a:rPr dirty="0" spc="-5"/>
              <a:t> </a:t>
            </a:r>
            <a:r>
              <a:rPr dirty="0" spc="345"/>
              <a:t>SOLUTION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1573917" y="2940195"/>
            <a:ext cx="9634855" cy="59874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5900"/>
              </a:lnSpc>
              <a:spcBef>
                <a:spcPts val="95"/>
              </a:spcBef>
            </a:pPr>
            <a:r>
              <a:rPr dirty="0" sz="3750" spc="310">
                <a:solidFill>
                  <a:srgbClr val="464444"/>
                </a:solidFill>
                <a:latin typeface="Arial MT"/>
                <a:cs typeface="Arial MT"/>
              </a:rPr>
              <a:t>We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520">
                <a:solidFill>
                  <a:srgbClr val="464444"/>
                </a:solidFill>
                <a:latin typeface="Arial MT"/>
                <a:cs typeface="Arial MT"/>
              </a:rPr>
              <a:t>will</a:t>
            </a:r>
            <a:r>
              <a:rPr dirty="0" sz="3750" spc="22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09">
                <a:solidFill>
                  <a:srgbClr val="464444"/>
                </a:solidFill>
                <a:latin typeface="Arial MT"/>
                <a:cs typeface="Arial MT"/>
              </a:rPr>
              <a:t>develop</a:t>
            </a:r>
            <a:r>
              <a:rPr dirty="0" sz="3750" spc="22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15">
                <a:solidFill>
                  <a:srgbClr val="464444"/>
                </a:solidFill>
                <a:latin typeface="Arial MT"/>
                <a:cs typeface="Arial MT"/>
              </a:rPr>
              <a:t>a</a:t>
            </a:r>
            <a:r>
              <a:rPr dirty="0" sz="3750" spc="22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65">
                <a:solidFill>
                  <a:srgbClr val="464444"/>
                </a:solidFill>
                <a:latin typeface="Arial MT"/>
                <a:cs typeface="Arial MT"/>
              </a:rPr>
              <a:t>logistic</a:t>
            </a:r>
            <a:r>
              <a:rPr dirty="0" sz="3750" spc="22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00">
                <a:solidFill>
                  <a:srgbClr val="464444"/>
                </a:solidFill>
                <a:latin typeface="Arial MT"/>
                <a:cs typeface="Arial MT"/>
              </a:rPr>
              <a:t>regression </a:t>
            </a:r>
            <a:r>
              <a:rPr dirty="0" sz="3750" spc="455">
                <a:solidFill>
                  <a:srgbClr val="464444"/>
                </a:solidFill>
                <a:latin typeface="Arial MT"/>
                <a:cs typeface="Arial MT"/>
              </a:rPr>
              <a:t>model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520">
                <a:solidFill>
                  <a:srgbClr val="464444"/>
                </a:solidFill>
                <a:latin typeface="Arial MT"/>
                <a:cs typeface="Arial MT"/>
              </a:rPr>
              <a:t>to</a:t>
            </a:r>
            <a:r>
              <a:rPr dirty="0" sz="3750" spc="22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75">
                <a:solidFill>
                  <a:srgbClr val="464444"/>
                </a:solidFill>
                <a:latin typeface="Arial MT"/>
                <a:cs typeface="Arial MT"/>
              </a:rPr>
              <a:t>predict</a:t>
            </a:r>
            <a:r>
              <a:rPr dirty="0" sz="3750" spc="22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55">
                <a:solidFill>
                  <a:srgbClr val="464444"/>
                </a:solidFill>
                <a:latin typeface="Arial MT"/>
                <a:cs typeface="Arial MT"/>
              </a:rPr>
              <a:t>heart</a:t>
            </a:r>
            <a:r>
              <a:rPr dirty="0" sz="3750" spc="22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09">
                <a:solidFill>
                  <a:srgbClr val="464444"/>
                </a:solidFill>
                <a:latin typeface="Arial MT"/>
                <a:cs typeface="Arial MT"/>
              </a:rPr>
              <a:t>disease</a:t>
            </a:r>
            <a:r>
              <a:rPr dirty="0" sz="3750" spc="22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00">
                <a:solidFill>
                  <a:srgbClr val="464444"/>
                </a:solidFill>
                <a:latin typeface="Arial MT"/>
                <a:cs typeface="Arial MT"/>
              </a:rPr>
              <a:t>using </a:t>
            </a:r>
            <a:r>
              <a:rPr dirty="0" sz="3750" spc="440">
                <a:solidFill>
                  <a:srgbClr val="464444"/>
                </a:solidFill>
                <a:latin typeface="Arial MT"/>
                <a:cs typeface="Arial MT"/>
              </a:rPr>
              <a:t>cleaned</a:t>
            </a:r>
            <a:r>
              <a:rPr dirty="0" sz="3750" spc="229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09">
                <a:solidFill>
                  <a:srgbClr val="464444"/>
                </a:solidFill>
                <a:latin typeface="Arial MT"/>
                <a:cs typeface="Arial MT"/>
              </a:rPr>
              <a:t>and</a:t>
            </a:r>
            <a:r>
              <a:rPr dirty="0" sz="3750" spc="229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30">
                <a:solidFill>
                  <a:srgbClr val="464444"/>
                </a:solidFill>
                <a:latin typeface="Arial MT"/>
                <a:cs typeface="Arial MT"/>
              </a:rPr>
              <a:t>preprocessed</a:t>
            </a:r>
            <a:r>
              <a:rPr dirty="0" sz="3750" spc="23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59">
                <a:solidFill>
                  <a:srgbClr val="464444"/>
                </a:solidFill>
                <a:latin typeface="Arial MT"/>
                <a:cs typeface="Arial MT"/>
              </a:rPr>
              <a:t>patient </a:t>
            </a:r>
            <a:r>
              <a:rPr dirty="0" sz="3750" spc="415">
                <a:solidFill>
                  <a:srgbClr val="464444"/>
                </a:solidFill>
                <a:latin typeface="Arial MT"/>
                <a:cs typeface="Arial MT"/>
              </a:rPr>
              <a:t>data.</a:t>
            </a:r>
            <a:r>
              <a:rPr dirty="0" sz="3750" spc="21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15">
                <a:solidFill>
                  <a:srgbClr val="464444"/>
                </a:solidFill>
                <a:latin typeface="Arial MT"/>
                <a:cs typeface="Arial MT"/>
              </a:rPr>
              <a:t>The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55">
                <a:solidFill>
                  <a:srgbClr val="464444"/>
                </a:solidFill>
                <a:latin typeface="Arial MT"/>
                <a:cs typeface="Arial MT"/>
              </a:rPr>
              <a:t>model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520">
                <a:solidFill>
                  <a:srgbClr val="464444"/>
                </a:solidFill>
                <a:latin typeface="Arial MT"/>
                <a:cs typeface="Arial MT"/>
              </a:rPr>
              <a:t>will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15">
                <a:solidFill>
                  <a:srgbClr val="464444"/>
                </a:solidFill>
                <a:latin typeface="Arial MT"/>
                <a:cs typeface="Arial MT"/>
              </a:rPr>
              <a:t>be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45">
                <a:solidFill>
                  <a:srgbClr val="464444"/>
                </a:solidFill>
                <a:latin typeface="Arial MT"/>
                <a:cs typeface="Arial MT"/>
              </a:rPr>
              <a:t>trained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385">
                <a:solidFill>
                  <a:srgbClr val="464444"/>
                </a:solidFill>
                <a:latin typeface="Arial MT"/>
                <a:cs typeface="Arial MT"/>
              </a:rPr>
              <a:t>and </a:t>
            </a:r>
            <a:r>
              <a:rPr dirty="0" sz="3750" spc="434">
                <a:solidFill>
                  <a:srgbClr val="464444"/>
                </a:solidFill>
                <a:latin typeface="Arial MT"/>
                <a:cs typeface="Arial MT"/>
              </a:rPr>
              <a:t>evaluated</a:t>
            </a:r>
            <a:r>
              <a:rPr dirty="0" sz="3750" spc="22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09">
                <a:solidFill>
                  <a:srgbClr val="464444"/>
                </a:solidFill>
                <a:latin typeface="Arial MT"/>
                <a:cs typeface="Arial MT"/>
              </a:rPr>
              <a:t>using</a:t>
            </a:r>
            <a:r>
              <a:rPr dirty="0" sz="3750" spc="22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30">
                <a:solidFill>
                  <a:srgbClr val="464444"/>
                </a:solidFill>
                <a:latin typeface="Arial MT"/>
                <a:cs typeface="Arial MT"/>
              </a:rPr>
              <a:t>standard </a:t>
            </a:r>
            <a:r>
              <a:rPr dirty="0" sz="3750" spc="450">
                <a:solidFill>
                  <a:srgbClr val="464444"/>
                </a:solidFill>
                <a:latin typeface="Arial MT"/>
                <a:cs typeface="Arial MT"/>
              </a:rPr>
              <a:t>performance</a:t>
            </a:r>
            <a:r>
              <a:rPr dirty="0" sz="3750" spc="23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65">
                <a:solidFill>
                  <a:srgbClr val="464444"/>
                </a:solidFill>
                <a:latin typeface="Arial MT"/>
                <a:cs typeface="Arial MT"/>
              </a:rPr>
              <a:t>metrics.</a:t>
            </a:r>
            <a:r>
              <a:rPr dirty="0" sz="3750" spc="24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15">
                <a:solidFill>
                  <a:srgbClr val="464444"/>
                </a:solidFill>
                <a:latin typeface="Arial MT"/>
                <a:cs typeface="Arial MT"/>
              </a:rPr>
              <a:t>This</a:t>
            </a:r>
            <a:r>
              <a:rPr dirty="0" sz="3750" spc="23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30">
                <a:solidFill>
                  <a:srgbClr val="464444"/>
                </a:solidFill>
                <a:latin typeface="Arial MT"/>
                <a:cs typeface="Arial MT"/>
              </a:rPr>
              <a:t>approach </a:t>
            </a:r>
            <a:r>
              <a:rPr dirty="0" sz="3750" spc="459">
                <a:solidFill>
                  <a:srgbClr val="464444"/>
                </a:solidFill>
                <a:latin typeface="Arial MT"/>
                <a:cs typeface="Arial MT"/>
              </a:rPr>
              <a:t>aims</a:t>
            </a:r>
            <a:r>
              <a:rPr dirty="0" sz="3750" spc="22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520">
                <a:solidFill>
                  <a:srgbClr val="464444"/>
                </a:solidFill>
                <a:latin typeface="Arial MT"/>
                <a:cs typeface="Arial MT"/>
              </a:rPr>
              <a:t>to</a:t>
            </a:r>
            <a:r>
              <a:rPr dirty="0" sz="3750" spc="22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09">
                <a:solidFill>
                  <a:srgbClr val="464444"/>
                </a:solidFill>
                <a:latin typeface="Arial MT"/>
                <a:cs typeface="Arial MT"/>
              </a:rPr>
              <a:t>provide</a:t>
            </a:r>
            <a:r>
              <a:rPr dirty="0" sz="3750" spc="22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95">
                <a:solidFill>
                  <a:srgbClr val="464444"/>
                </a:solidFill>
                <a:latin typeface="Arial MT"/>
                <a:cs typeface="Arial MT"/>
              </a:rPr>
              <a:t>accurate</a:t>
            </a:r>
            <a:r>
              <a:rPr dirty="0" sz="3750" spc="22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45">
                <a:solidFill>
                  <a:srgbClr val="464444"/>
                </a:solidFill>
                <a:latin typeface="Arial MT"/>
                <a:cs typeface="Arial MT"/>
              </a:rPr>
              <a:t>risk </a:t>
            </a:r>
            <a:r>
              <a:rPr dirty="0" sz="3750" spc="450">
                <a:solidFill>
                  <a:srgbClr val="464444"/>
                </a:solidFill>
                <a:latin typeface="Arial MT"/>
                <a:cs typeface="Arial MT"/>
              </a:rPr>
              <a:t>predictions</a:t>
            </a:r>
            <a:r>
              <a:rPr dirty="0" sz="3750" spc="229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520">
                <a:solidFill>
                  <a:srgbClr val="464444"/>
                </a:solidFill>
                <a:latin typeface="Arial MT"/>
                <a:cs typeface="Arial MT"/>
              </a:rPr>
              <a:t>to</a:t>
            </a:r>
            <a:r>
              <a:rPr dirty="0" sz="3750" spc="23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40">
                <a:solidFill>
                  <a:srgbClr val="464444"/>
                </a:solidFill>
                <a:latin typeface="Arial MT"/>
                <a:cs typeface="Arial MT"/>
              </a:rPr>
              <a:t>support</a:t>
            </a:r>
            <a:r>
              <a:rPr dirty="0" sz="3750" spc="229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00">
                <a:solidFill>
                  <a:srgbClr val="464444"/>
                </a:solidFill>
                <a:latin typeface="Arial MT"/>
                <a:cs typeface="Arial MT"/>
              </a:rPr>
              <a:t>early diagnosis</a:t>
            </a:r>
            <a:endParaRPr sz="3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WHY</a:t>
            </a:r>
            <a:r>
              <a:rPr dirty="0" spc="-20"/>
              <a:t> </a:t>
            </a:r>
            <a:r>
              <a:rPr dirty="0" spc="285"/>
              <a:t>LOGISTIC</a:t>
            </a:r>
            <a:r>
              <a:rPr dirty="0" spc="-15"/>
              <a:t> </a:t>
            </a:r>
            <a:r>
              <a:rPr dirty="0" spc="509"/>
              <a:t>REGRESSION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2504600" y="4171950"/>
            <a:ext cx="971550" cy="971550"/>
          </a:xfrm>
          <a:custGeom>
            <a:avLst/>
            <a:gdLst/>
            <a:ahLst/>
            <a:cxnLst/>
            <a:rect l="l" t="t" r="r" b="b"/>
            <a:pathLst>
              <a:path w="971550" h="971550">
                <a:moveTo>
                  <a:pt x="489771" y="970934"/>
                </a:moveTo>
                <a:lnTo>
                  <a:pt x="440527" y="967989"/>
                </a:lnTo>
                <a:lnTo>
                  <a:pt x="393164" y="959477"/>
                </a:lnTo>
                <a:lnTo>
                  <a:pt x="347775" y="945885"/>
                </a:lnTo>
                <a:lnTo>
                  <a:pt x="304454" y="927699"/>
                </a:lnTo>
                <a:lnTo>
                  <a:pt x="263295" y="905406"/>
                </a:lnTo>
                <a:lnTo>
                  <a:pt x="224392" y="879491"/>
                </a:lnTo>
                <a:lnTo>
                  <a:pt x="187837" y="850443"/>
                </a:lnTo>
                <a:lnTo>
                  <a:pt x="153726" y="818746"/>
                </a:lnTo>
                <a:lnTo>
                  <a:pt x="121963" y="784634"/>
                </a:lnTo>
                <a:lnTo>
                  <a:pt x="92740" y="748080"/>
                </a:lnTo>
                <a:lnTo>
                  <a:pt x="66579" y="709176"/>
                </a:lnTo>
                <a:lnTo>
                  <a:pt x="44004" y="668017"/>
                </a:lnTo>
                <a:lnTo>
                  <a:pt x="25535" y="624696"/>
                </a:lnTo>
                <a:lnTo>
                  <a:pt x="11697" y="579307"/>
                </a:lnTo>
                <a:lnTo>
                  <a:pt x="3011" y="531944"/>
                </a:lnTo>
                <a:lnTo>
                  <a:pt x="0" y="482700"/>
                </a:lnTo>
                <a:lnTo>
                  <a:pt x="2800" y="433231"/>
                </a:lnTo>
                <a:lnTo>
                  <a:pt x="10928" y="385276"/>
                </a:lnTo>
                <a:lnTo>
                  <a:pt x="23979" y="339050"/>
                </a:lnTo>
                <a:lnTo>
                  <a:pt x="41544" y="294770"/>
                </a:lnTo>
                <a:lnTo>
                  <a:pt x="63216" y="252651"/>
                </a:lnTo>
                <a:lnTo>
                  <a:pt x="88589" y="212910"/>
                </a:lnTo>
                <a:lnTo>
                  <a:pt x="117255" y="175764"/>
                </a:lnTo>
                <a:lnTo>
                  <a:pt x="148807" y="141428"/>
                </a:lnTo>
                <a:lnTo>
                  <a:pt x="183143" y="110193"/>
                </a:lnTo>
                <a:lnTo>
                  <a:pt x="220289" y="82363"/>
                </a:lnTo>
                <a:lnTo>
                  <a:pt x="260030" y="58172"/>
                </a:lnTo>
                <a:lnTo>
                  <a:pt x="302148" y="37855"/>
                </a:lnTo>
                <a:lnTo>
                  <a:pt x="346429" y="21644"/>
                </a:lnTo>
                <a:lnTo>
                  <a:pt x="392655" y="9776"/>
                </a:lnTo>
                <a:lnTo>
                  <a:pt x="440610" y="2483"/>
                </a:lnTo>
                <a:lnTo>
                  <a:pt x="490079" y="0"/>
                </a:lnTo>
                <a:lnTo>
                  <a:pt x="539534" y="2496"/>
                </a:lnTo>
                <a:lnTo>
                  <a:pt x="587455" y="9824"/>
                </a:lnTo>
                <a:lnTo>
                  <a:pt x="633631" y="21742"/>
                </a:lnTo>
                <a:lnTo>
                  <a:pt x="677855" y="38008"/>
                </a:lnTo>
                <a:lnTo>
                  <a:pt x="719918" y="58382"/>
                </a:lnTo>
                <a:lnTo>
                  <a:pt x="759609" y="82623"/>
                </a:lnTo>
                <a:lnTo>
                  <a:pt x="796721" y="110487"/>
                </a:lnTo>
                <a:lnTo>
                  <a:pt x="831044" y="141735"/>
                </a:lnTo>
                <a:lnTo>
                  <a:pt x="862225" y="176058"/>
                </a:lnTo>
                <a:lnTo>
                  <a:pt x="889916" y="213170"/>
                </a:lnTo>
                <a:lnTo>
                  <a:pt x="913910" y="252861"/>
                </a:lnTo>
                <a:lnTo>
                  <a:pt x="934002" y="294923"/>
                </a:lnTo>
                <a:lnTo>
                  <a:pt x="949986" y="339147"/>
                </a:lnTo>
                <a:lnTo>
                  <a:pt x="961658" y="385324"/>
                </a:lnTo>
                <a:lnTo>
                  <a:pt x="968812" y="433245"/>
                </a:lnTo>
                <a:lnTo>
                  <a:pt x="971242" y="482700"/>
                </a:lnTo>
                <a:lnTo>
                  <a:pt x="969050" y="532394"/>
                </a:lnTo>
                <a:lnTo>
                  <a:pt x="962523" y="580945"/>
                </a:lnTo>
                <a:lnTo>
                  <a:pt x="951737" y="628020"/>
                </a:lnTo>
                <a:lnTo>
                  <a:pt x="936769" y="673282"/>
                </a:lnTo>
                <a:lnTo>
                  <a:pt x="917693" y="716397"/>
                </a:lnTo>
                <a:lnTo>
                  <a:pt x="894585" y="757029"/>
                </a:lnTo>
                <a:lnTo>
                  <a:pt x="867522" y="794844"/>
                </a:lnTo>
                <a:lnTo>
                  <a:pt x="836578" y="829506"/>
                </a:lnTo>
                <a:lnTo>
                  <a:pt x="802004" y="860829"/>
                </a:lnTo>
                <a:lnTo>
                  <a:pt x="764230" y="888701"/>
                </a:lnTo>
                <a:lnTo>
                  <a:pt x="723603" y="912897"/>
                </a:lnTo>
                <a:lnTo>
                  <a:pt x="680469" y="933195"/>
                </a:lnTo>
                <a:lnTo>
                  <a:pt x="635172" y="949371"/>
                </a:lnTo>
                <a:lnTo>
                  <a:pt x="588060" y="961202"/>
                </a:lnTo>
                <a:lnTo>
                  <a:pt x="539478" y="968464"/>
                </a:lnTo>
                <a:lnTo>
                  <a:pt x="489771" y="970934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3335660" y="602347"/>
            <a:ext cx="3923029" cy="852169"/>
          </a:xfrm>
          <a:custGeom>
            <a:avLst/>
            <a:gdLst/>
            <a:ahLst/>
            <a:cxnLst/>
            <a:rect l="l" t="t" r="r" b="b"/>
            <a:pathLst>
              <a:path w="3923030" h="852169">
                <a:moveTo>
                  <a:pt x="3055201" y="423316"/>
                </a:moveTo>
                <a:lnTo>
                  <a:pt x="3048482" y="416598"/>
                </a:lnTo>
                <a:lnTo>
                  <a:pt x="270230" y="416598"/>
                </a:lnTo>
                <a:lnTo>
                  <a:pt x="261632" y="415137"/>
                </a:lnTo>
                <a:lnTo>
                  <a:pt x="216763" y="397814"/>
                </a:lnTo>
                <a:lnTo>
                  <a:pt x="195186" y="354787"/>
                </a:lnTo>
                <a:lnTo>
                  <a:pt x="169811" y="261493"/>
                </a:lnTo>
                <a:lnTo>
                  <a:pt x="153657" y="356844"/>
                </a:lnTo>
                <a:lnTo>
                  <a:pt x="136372" y="401764"/>
                </a:lnTo>
                <a:lnTo>
                  <a:pt x="93345" y="423354"/>
                </a:lnTo>
                <a:lnTo>
                  <a:pt x="0" y="448729"/>
                </a:lnTo>
                <a:lnTo>
                  <a:pt x="95351" y="464883"/>
                </a:lnTo>
                <a:lnTo>
                  <a:pt x="140258" y="482155"/>
                </a:lnTo>
                <a:lnTo>
                  <a:pt x="161848" y="525132"/>
                </a:lnTo>
                <a:lnTo>
                  <a:pt x="187236" y="618401"/>
                </a:lnTo>
                <a:lnTo>
                  <a:pt x="203377" y="523138"/>
                </a:lnTo>
                <a:lnTo>
                  <a:pt x="220649" y="478256"/>
                </a:lnTo>
                <a:lnTo>
                  <a:pt x="263639" y="456692"/>
                </a:lnTo>
                <a:lnTo>
                  <a:pt x="300215" y="446735"/>
                </a:lnTo>
                <a:lnTo>
                  <a:pt x="3048482" y="446735"/>
                </a:lnTo>
                <a:lnTo>
                  <a:pt x="3055201" y="440016"/>
                </a:lnTo>
                <a:lnTo>
                  <a:pt x="3055201" y="423316"/>
                </a:lnTo>
                <a:close/>
              </a:path>
              <a:path w="3923030" h="852169">
                <a:moveTo>
                  <a:pt x="3491941" y="656818"/>
                </a:moveTo>
                <a:lnTo>
                  <a:pt x="3485223" y="649973"/>
                </a:lnTo>
                <a:lnTo>
                  <a:pt x="706907" y="649973"/>
                </a:lnTo>
                <a:lnTo>
                  <a:pt x="698373" y="648525"/>
                </a:lnTo>
                <a:lnTo>
                  <a:pt x="653503" y="631253"/>
                </a:lnTo>
                <a:lnTo>
                  <a:pt x="631926" y="588276"/>
                </a:lnTo>
                <a:lnTo>
                  <a:pt x="606552" y="495007"/>
                </a:lnTo>
                <a:lnTo>
                  <a:pt x="590397" y="590283"/>
                </a:lnTo>
                <a:lnTo>
                  <a:pt x="573112" y="635152"/>
                </a:lnTo>
                <a:lnTo>
                  <a:pt x="530098" y="656729"/>
                </a:lnTo>
                <a:lnTo>
                  <a:pt x="436740" y="682104"/>
                </a:lnTo>
                <a:lnTo>
                  <a:pt x="532091" y="698271"/>
                </a:lnTo>
                <a:lnTo>
                  <a:pt x="577011" y="715594"/>
                </a:lnTo>
                <a:lnTo>
                  <a:pt x="598601" y="758621"/>
                </a:lnTo>
                <a:lnTo>
                  <a:pt x="623976" y="851916"/>
                </a:lnTo>
                <a:lnTo>
                  <a:pt x="640118" y="756564"/>
                </a:lnTo>
                <a:lnTo>
                  <a:pt x="657390" y="711644"/>
                </a:lnTo>
                <a:lnTo>
                  <a:pt x="700379" y="690054"/>
                </a:lnTo>
                <a:lnTo>
                  <a:pt x="736968" y="680097"/>
                </a:lnTo>
                <a:lnTo>
                  <a:pt x="3485223" y="680097"/>
                </a:lnTo>
                <a:lnTo>
                  <a:pt x="3491941" y="673392"/>
                </a:lnTo>
                <a:lnTo>
                  <a:pt x="3491941" y="656818"/>
                </a:lnTo>
                <a:close/>
              </a:path>
              <a:path w="3923030" h="852169">
                <a:moveTo>
                  <a:pt x="3922826" y="161810"/>
                </a:moveTo>
                <a:lnTo>
                  <a:pt x="3916108" y="155092"/>
                </a:lnTo>
                <a:lnTo>
                  <a:pt x="1138199" y="155092"/>
                </a:lnTo>
                <a:lnTo>
                  <a:pt x="1129322" y="153581"/>
                </a:lnTo>
                <a:lnTo>
                  <a:pt x="1084414" y="136258"/>
                </a:lnTo>
                <a:lnTo>
                  <a:pt x="1062824" y="93268"/>
                </a:lnTo>
                <a:lnTo>
                  <a:pt x="1037437" y="0"/>
                </a:lnTo>
                <a:lnTo>
                  <a:pt x="1021295" y="95338"/>
                </a:lnTo>
                <a:lnTo>
                  <a:pt x="1004023" y="140246"/>
                </a:lnTo>
                <a:lnTo>
                  <a:pt x="961034" y="161785"/>
                </a:lnTo>
                <a:lnTo>
                  <a:pt x="867765" y="187083"/>
                </a:lnTo>
                <a:lnTo>
                  <a:pt x="963041" y="203314"/>
                </a:lnTo>
                <a:lnTo>
                  <a:pt x="1007910" y="220637"/>
                </a:lnTo>
                <a:lnTo>
                  <a:pt x="1029487" y="263626"/>
                </a:lnTo>
                <a:lnTo>
                  <a:pt x="1054862" y="356895"/>
                </a:lnTo>
                <a:lnTo>
                  <a:pt x="1071029" y="261556"/>
                </a:lnTo>
                <a:lnTo>
                  <a:pt x="1088351" y="216649"/>
                </a:lnTo>
                <a:lnTo>
                  <a:pt x="1131379" y="195110"/>
                </a:lnTo>
                <a:lnTo>
                  <a:pt x="1168323" y="185089"/>
                </a:lnTo>
                <a:lnTo>
                  <a:pt x="3916108" y="185089"/>
                </a:lnTo>
                <a:lnTo>
                  <a:pt x="3922826" y="178371"/>
                </a:lnTo>
                <a:lnTo>
                  <a:pt x="3922826" y="161810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29411" y="8806789"/>
            <a:ext cx="3923029" cy="852169"/>
          </a:xfrm>
          <a:custGeom>
            <a:avLst/>
            <a:gdLst/>
            <a:ahLst/>
            <a:cxnLst/>
            <a:rect l="l" t="t" r="r" b="b"/>
            <a:pathLst>
              <a:path w="3923029" h="852170">
                <a:moveTo>
                  <a:pt x="3055048" y="187096"/>
                </a:moveTo>
                <a:lnTo>
                  <a:pt x="2961779" y="161798"/>
                </a:lnTo>
                <a:lnTo>
                  <a:pt x="2918803" y="140246"/>
                </a:lnTo>
                <a:lnTo>
                  <a:pt x="2901531" y="95351"/>
                </a:lnTo>
                <a:lnTo>
                  <a:pt x="2885389" y="0"/>
                </a:lnTo>
                <a:lnTo>
                  <a:pt x="2860002" y="93268"/>
                </a:lnTo>
                <a:lnTo>
                  <a:pt x="2838412" y="136258"/>
                </a:lnTo>
                <a:lnTo>
                  <a:pt x="2793504" y="153581"/>
                </a:lnTo>
                <a:lnTo>
                  <a:pt x="2784551" y="155105"/>
                </a:lnTo>
                <a:lnTo>
                  <a:pt x="6705" y="155105"/>
                </a:lnTo>
                <a:lnTo>
                  <a:pt x="0" y="161810"/>
                </a:lnTo>
                <a:lnTo>
                  <a:pt x="0" y="178384"/>
                </a:lnTo>
                <a:lnTo>
                  <a:pt x="6705" y="185089"/>
                </a:lnTo>
                <a:lnTo>
                  <a:pt x="2754477" y="185089"/>
                </a:lnTo>
                <a:lnTo>
                  <a:pt x="2791434" y="195110"/>
                </a:lnTo>
                <a:lnTo>
                  <a:pt x="2834462" y="216649"/>
                </a:lnTo>
                <a:lnTo>
                  <a:pt x="2851785" y="261556"/>
                </a:lnTo>
                <a:lnTo>
                  <a:pt x="2867964" y="356908"/>
                </a:lnTo>
                <a:lnTo>
                  <a:pt x="2893339" y="263626"/>
                </a:lnTo>
                <a:lnTo>
                  <a:pt x="2902902" y="237388"/>
                </a:lnTo>
                <a:lnTo>
                  <a:pt x="2914916" y="220637"/>
                </a:lnTo>
                <a:lnTo>
                  <a:pt x="2932747" y="210299"/>
                </a:lnTo>
                <a:lnTo>
                  <a:pt x="2959785" y="203314"/>
                </a:lnTo>
                <a:lnTo>
                  <a:pt x="3055048" y="187096"/>
                </a:lnTo>
                <a:close/>
              </a:path>
              <a:path w="3923029" h="852170">
                <a:moveTo>
                  <a:pt x="3486086" y="682104"/>
                </a:moveTo>
                <a:lnTo>
                  <a:pt x="3392728" y="656729"/>
                </a:lnTo>
                <a:lnTo>
                  <a:pt x="3349714" y="635152"/>
                </a:lnTo>
                <a:lnTo>
                  <a:pt x="3332416" y="590283"/>
                </a:lnTo>
                <a:lnTo>
                  <a:pt x="3316274" y="495007"/>
                </a:lnTo>
                <a:lnTo>
                  <a:pt x="3290887" y="588276"/>
                </a:lnTo>
                <a:lnTo>
                  <a:pt x="3269323" y="631266"/>
                </a:lnTo>
                <a:lnTo>
                  <a:pt x="3224441" y="648538"/>
                </a:lnTo>
                <a:lnTo>
                  <a:pt x="3215970" y="649973"/>
                </a:lnTo>
                <a:lnTo>
                  <a:pt x="437591" y="649973"/>
                </a:lnTo>
                <a:lnTo>
                  <a:pt x="430885" y="656818"/>
                </a:lnTo>
                <a:lnTo>
                  <a:pt x="430885" y="673392"/>
                </a:lnTo>
                <a:lnTo>
                  <a:pt x="437591" y="680110"/>
                </a:lnTo>
                <a:lnTo>
                  <a:pt x="3185884" y="680110"/>
                </a:lnTo>
                <a:lnTo>
                  <a:pt x="3222447" y="690054"/>
                </a:lnTo>
                <a:lnTo>
                  <a:pt x="3265424" y="711644"/>
                </a:lnTo>
                <a:lnTo>
                  <a:pt x="3282696" y="756564"/>
                </a:lnTo>
                <a:lnTo>
                  <a:pt x="3298850" y="851916"/>
                </a:lnTo>
                <a:lnTo>
                  <a:pt x="3324225" y="758621"/>
                </a:lnTo>
                <a:lnTo>
                  <a:pt x="3333800" y="732358"/>
                </a:lnTo>
                <a:lnTo>
                  <a:pt x="3345815" y="715594"/>
                </a:lnTo>
                <a:lnTo>
                  <a:pt x="3363658" y="705256"/>
                </a:lnTo>
                <a:lnTo>
                  <a:pt x="3390735" y="698271"/>
                </a:lnTo>
                <a:lnTo>
                  <a:pt x="3486086" y="682104"/>
                </a:lnTo>
                <a:close/>
              </a:path>
              <a:path w="3923029" h="852170">
                <a:moveTo>
                  <a:pt x="3922826" y="448741"/>
                </a:moveTo>
                <a:lnTo>
                  <a:pt x="3829469" y="423354"/>
                </a:lnTo>
                <a:lnTo>
                  <a:pt x="3786454" y="401764"/>
                </a:lnTo>
                <a:lnTo>
                  <a:pt x="3769156" y="356857"/>
                </a:lnTo>
                <a:lnTo>
                  <a:pt x="3753015" y="261505"/>
                </a:lnTo>
                <a:lnTo>
                  <a:pt x="3727640" y="354787"/>
                </a:lnTo>
                <a:lnTo>
                  <a:pt x="3706063" y="397814"/>
                </a:lnTo>
                <a:lnTo>
                  <a:pt x="3661194" y="415137"/>
                </a:lnTo>
                <a:lnTo>
                  <a:pt x="3652583" y="416598"/>
                </a:lnTo>
                <a:lnTo>
                  <a:pt x="874344" y="416598"/>
                </a:lnTo>
                <a:lnTo>
                  <a:pt x="867625" y="423316"/>
                </a:lnTo>
                <a:lnTo>
                  <a:pt x="867625" y="440029"/>
                </a:lnTo>
                <a:lnTo>
                  <a:pt x="874344" y="446735"/>
                </a:lnTo>
                <a:lnTo>
                  <a:pt x="3622586" y="446735"/>
                </a:lnTo>
                <a:lnTo>
                  <a:pt x="3659187" y="456692"/>
                </a:lnTo>
                <a:lnTo>
                  <a:pt x="3702164" y="478269"/>
                </a:lnTo>
                <a:lnTo>
                  <a:pt x="3719436" y="523138"/>
                </a:lnTo>
                <a:lnTo>
                  <a:pt x="3735590" y="618401"/>
                </a:lnTo>
                <a:lnTo>
                  <a:pt x="3760965" y="525132"/>
                </a:lnTo>
                <a:lnTo>
                  <a:pt x="3770541" y="498894"/>
                </a:lnTo>
                <a:lnTo>
                  <a:pt x="3782555" y="482155"/>
                </a:lnTo>
                <a:lnTo>
                  <a:pt x="3800411" y="471843"/>
                </a:lnTo>
                <a:lnTo>
                  <a:pt x="3827475" y="464883"/>
                </a:lnTo>
                <a:lnTo>
                  <a:pt x="3922826" y="448741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10380454" y="7349039"/>
            <a:ext cx="7907655" cy="2938145"/>
            <a:chOff x="10380454" y="7349039"/>
            <a:chExt cx="7907655" cy="293814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80454" y="7628542"/>
              <a:ext cx="7907544" cy="2658457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7078186" y="7349045"/>
              <a:ext cx="352425" cy="1906905"/>
            </a:xfrm>
            <a:custGeom>
              <a:avLst/>
              <a:gdLst/>
              <a:ahLst/>
              <a:cxnLst/>
              <a:rect l="l" t="t" r="r" b="b"/>
              <a:pathLst>
                <a:path w="352425" h="1906904">
                  <a:moveTo>
                    <a:pt x="352031" y="1730692"/>
                  </a:moveTo>
                  <a:lnTo>
                    <a:pt x="214553" y="1714627"/>
                  </a:lnTo>
                  <a:lnTo>
                    <a:pt x="176009" y="1554683"/>
                  </a:lnTo>
                  <a:lnTo>
                    <a:pt x="159943" y="1692160"/>
                  </a:lnTo>
                  <a:lnTo>
                    <a:pt x="156286" y="1699577"/>
                  </a:lnTo>
                  <a:lnTo>
                    <a:pt x="144894" y="1710969"/>
                  </a:lnTo>
                  <a:lnTo>
                    <a:pt x="137477" y="1714627"/>
                  </a:lnTo>
                  <a:lnTo>
                    <a:pt x="0" y="1730692"/>
                  </a:lnTo>
                  <a:lnTo>
                    <a:pt x="137477" y="1746758"/>
                  </a:lnTo>
                  <a:lnTo>
                    <a:pt x="144894" y="1750428"/>
                  </a:lnTo>
                  <a:lnTo>
                    <a:pt x="156286" y="1761807"/>
                  </a:lnTo>
                  <a:lnTo>
                    <a:pt x="159943" y="1769237"/>
                  </a:lnTo>
                  <a:lnTo>
                    <a:pt x="176009" y="1906816"/>
                  </a:lnTo>
                  <a:lnTo>
                    <a:pt x="192074" y="1769237"/>
                  </a:lnTo>
                  <a:lnTo>
                    <a:pt x="195745" y="1761807"/>
                  </a:lnTo>
                  <a:lnTo>
                    <a:pt x="207124" y="1750428"/>
                  </a:lnTo>
                  <a:lnTo>
                    <a:pt x="214553" y="1746758"/>
                  </a:lnTo>
                  <a:lnTo>
                    <a:pt x="352031" y="1730692"/>
                  </a:lnTo>
                  <a:close/>
                </a:path>
                <a:path w="352425" h="1906904">
                  <a:moveTo>
                    <a:pt x="352031" y="953414"/>
                  </a:moveTo>
                  <a:lnTo>
                    <a:pt x="214553" y="937336"/>
                  </a:lnTo>
                  <a:lnTo>
                    <a:pt x="176009" y="777392"/>
                  </a:lnTo>
                  <a:lnTo>
                    <a:pt x="159943" y="914869"/>
                  </a:lnTo>
                  <a:lnTo>
                    <a:pt x="156286" y="922286"/>
                  </a:lnTo>
                  <a:lnTo>
                    <a:pt x="144894" y="933678"/>
                  </a:lnTo>
                  <a:lnTo>
                    <a:pt x="137477" y="937336"/>
                  </a:lnTo>
                  <a:lnTo>
                    <a:pt x="0" y="953414"/>
                  </a:lnTo>
                  <a:lnTo>
                    <a:pt x="137477" y="969479"/>
                  </a:lnTo>
                  <a:lnTo>
                    <a:pt x="144894" y="973137"/>
                  </a:lnTo>
                  <a:lnTo>
                    <a:pt x="156286" y="984529"/>
                  </a:lnTo>
                  <a:lnTo>
                    <a:pt x="159943" y="991946"/>
                  </a:lnTo>
                  <a:lnTo>
                    <a:pt x="176009" y="1129423"/>
                  </a:lnTo>
                  <a:lnTo>
                    <a:pt x="192074" y="991946"/>
                  </a:lnTo>
                  <a:lnTo>
                    <a:pt x="195745" y="984529"/>
                  </a:lnTo>
                  <a:lnTo>
                    <a:pt x="207124" y="973137"/>
                  </a:lnTo>
                  <a:lnTo>
                    <a:pt x="214553" y="969479"/>
                  </a:lnTo>
                  <a:lnTo>
                    <a:pt x="352031" y="953414"/>
                  </a:lnTo>
                  <a:close/>
                </a:path>
                <a:path w="352425" h="1906904">
                  <a:moveTo>
                    <a:pt x="352031" y="176123"/>
                  </a:moveTo>
                  <a:lnTo>
                    <a:pt x="214553" y="160058"/>
                  </a:lnTo>
                  <a:lnTo>
                    <a:pt x="176009" y="0"/>
                  </a:lnTo>
                  <a:lnTo>
                    <a:pt x="159943" y="137579"/>
                  </a:lnTo>
                  <a:lnTo>
                    <a:pt x="156286" y="145008"/>
                  </a:lnTo>
                  <a:lnTo>
                    <a:pt x="144894" y="156387"/>
                  </a:lnTo>
                  <a:lnTo>
                    <a:pt x="137477" y="160058"/>
                  </a:lnTo>
                  <a:lnTo>
                    <a:pt x="0" y="176123"/>
                  </a:lnTo>
                  <a:lnTo>
                    <a:pt x="137477" y="192189"/>
                  </a:lnTo>
                  <a:lnTo>
                    <a:pt x="144894" y="195846"/>
                  </a:lnTo>
                  <a:lnTo>
                    <a:pt x="156286" y="207238"/>
                  </a:lnTo>
                  <a:lnTo>
                    <a:pt x="159943" y="214655"/>
                  </a:lnTo>
                  <a:lnTo>
                    <a:pt x="176009" y="352132"/>
                  </a:lnTo>
                  <a:lnTo>
                    <a:pt x="192074" y="214655"/>
                  </a:lnTo>
                  <a:lnTo>
                    <a:pt x="195745" y="207238"/>
                  </a:lnTo>
                  <a:lnTo>
                    <a:pt x="207124" y="195846"/>
                  </a:lnTo>
                  <a:lnTo>
                    <a:pt x="214553" y="192189"/>
                  </a:lnTo>
                  <a:lnTo>
                    <a:pt x="352031" y="176123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0" y="0"/>
            <a:ext cx="3848100" cy="4114800"/>
            <a:chOff x="0" y="0"/>
            <a:chExt cx="3848100" cy="411480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3847839" cy="4114799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847585" y="1031150"/>
              <a:ext cx="352425" cy="1906905"/>
            </a:xfrm>
            <a:custGeom>
              <a:avLst/>
              <a:gdLst/>
              <a:ahLst/>
              <a:cxnLst/>
              <a:rect l="l" t="t" r="r" b="b"/>
              <a:pathLst>
                <a:path w="352425" h="1906905">
                  <a:moveTo>
                    <a:pt x="352031" y="1730692"/>
                  </a:moveTo>
                  <a:lnTo>
                    <a:pt x="214553" y="1714627"/>
                  </a:lnTo>
                  <a:lnTo>
                    <a:pt x="176009" y="1554670"/>
                  </a:lnTo>
                  <a:lnTo>
                    <a:pt x="159943" y="1692148"/>
                  </a:lnTo>
                  <a:lnTo>
                    <a:pt x="156286" y="1699577"/>
                  </a:lnTo>
                  <a:lnTo>
                    <a:pt x="144894" y="1710969"/>
                  </a:lnTo>
                  <a:lnTo>
                    <a:pt x="137477" y="1714627"/>
                  </a:lnTo>
                  <a:lnTo>
                    <a:pt x="0" y="1730692"/>
                  </a:lnTo>
                  <a:lnTo>
                    <a:pt x="137477" y="1746758"/>
                  </a:lnTo>
                  <a:lnTo>
                    <a:pt x="144894" y="1750415"/>
                  </a:lnTo>
                  <a:lnTo>
                    <a:pt x="156286" y="1761807"/>
                  </a:lnTo>
                  <a:lnTo>
                    <a:pt x="159943" y="1769237"/>
                  </a:lnTo>
                  <a:lnTo>
                    <a:pt x="176009" y="1906816"/>
                  </a:lnTo>
                  <a:lnTo>
                    <a:pt x="192074" y="1769237"/>
                  </a:lnTo>
                  <a:lnTo>
                    <a:pt x="195745" y="1761807"/>
                  </a:lnTo>
                  <a:lnTo>
                    <a:pt x="207124" y="1750415"/>
                  </a:lnTo>
                  <a:lnTo>
                    <a:pt x="214553" y="1746758"/>
                  </a:lnTo>
                  <a:lnTo>
                    <a:pt x="352031" y="1730692"/>
                  </a:lnTo>
                  <a:close/>
                </a:path>
                <a:path w="352425" h="1906905">
                  <a:moveTo>
                    <a:pt x="352031" y="953401"/>
                  </a:moveTo>
                  <a:lnTo>
                    <a:pt x="214553" y="937336"/>
                  </a:lnTo>
                  <a:lnTo>
                    <a:pt x="176009" y="777379"/>
                  </a:lnTo>
                  <a:lnTo>
                    <a:pt x="159943" y="914869"/>
                  </a:lnTo>
                  <a:lnTo>
                    <a:pt x="156286" y="922286"/>
                  </a:lnTo>
                  <a:lnTo>
                    <a:pt x="144894" y="933678"/>
                  </a:lnTo>
                  <a:lnTo>
                    <a:pt x="137477" y="937336"/>
                  </a:lnTo>
                  <a:lnTo>
                    <a:pt x="0" y="953401"/>
                  </a:lnTo>
                  <a:lnTo>
                    <a:pt x="137477" y="969467"/>
                  </a:lnTo>
                  <a:lnTo>
                    <a:pt x="144894" y="973137"/>
                  </a:lnTo>
                  <a:lnTo>
                    <a:pt x="156286" y="984516"/>
                  </a:lnTo>
                  <a:lnTo>
                    <a:pt x="159943" y="991946"/>
                  </a:lnTo>
                  <a:lnTo>
                    <a:pt x="176009" y="1129423"/>
                  </a:lnTo>
                  <a:lnTo>
                    <a:pt x="192074" y="991946"/>
                  </a:lnTo>
                  <a:lnTo>
                    <a:pt x="195745" y="984516"/>
                  </a:lnTo>
                  <a:lnTo>
                    <a:pt x="207124" y="973137"/>
                  </a:lnTo>
                  <a:lnTo>
                    <a:pt x="214553" y="969467"/>
                  </a:lnTo>
                  <a:lnTo>
                    <a:pt x="352031" y="953401"/>
                  </a:lnTo>
                  <a:close/>
                </a:path>
                <a:path w="352425" h="1906905">
                  <a:moveTo>
                    <a:pt x="352031" y="176110"/>
                  </a:moveTo>
                  <a:lnTo>
                    <a:pt x="214553" y="160045"/>
                  </a:lnTo>
                  <a:lnTo>
                    <a:pt x="176009" y="0"/>
                  </a:lnTo>
                  <a:lnTo>
                    <a:pt x="159943" y="137579"/>
                  </a:lnTo>
                  <a:lnTo>
                    <a:pt x="156286" y="144995"/>
                  </a:lnTo>
                  <a:lnTo>
                    <a:pt x="144894" y="156387"/>
                  </a:lnTo>
                  <a:lnTo>
                    <a:pt x="137477" y="160045"/>
                  </a:lnTo>
                  <a:lnTo>
                    <a:pt x="0" y="176110"/>
                  </a:lnTo>
                  <a:lnTo>
                    <a:pt x="137477" y="192176"/>
                  </a:lnTo>
                  <a:lnTo>
                    <a:pt x="144894" y="195846"/>
                  </a:lnTo>
                  <a:lnTo>
                    <a:pt x="156286" y="207225"/>
                  </a:lnTo>
                  <a:lnTo>
                    <a:pt x="159943" y="214655"/>
                  </a:lnTo>
                  <a:lnTo>
                    <a:pt x="176009" y="352132"/>
                  </a:lnTo>
                  <a:lnTo>
                    <a:pt x="192074" y="214655"/>
                  </a:lnTo>
                  <a:lnTo>
                    <a:pt x="195745" y="207225"/>
                  </a:lnTo>
                  <a:lnTo>
                    <a:pt x="207124" y="195846"/>
                  </a:lnTo>
                  <a:lnTo>
                    <a:pt x="214553" y="192176"/>
                  </a:lnTo>
                  <a:lnTo>
                    <a:pt x="352031" y="17611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2504600" y="6860823"/>
            <a:ext cx="971550" cy="971550"/>
          </a:xfrm>
          <a:custGeom>
            <a:avLst/>
            <a:gdLst/>
            <a:ahLst/>
            <a:cxnLst/>
            <a:rect l="l" t="t" r="r" b="b"/>
            <a:pathLst>
              <a:path w="971550" h="971550">
                <a:moveTo>
                  <a:pt x="489771" y="970934"/>
                </a:moveTo>
                <a:lnTo>
                  <a:pt x="440527" y="967989"/>
                </a:lnTo>
                <a:lnTo>
                  <a:pt x="393164" y="959477"/>
                </a:lnTo>
                <a:lnTo>
                  <a:pt x="347775" y="945885"/>
                </a:lnTo>
                <a:lnTo>
                  <a:pt x="304454" y="927699"/>
                </a:lnTo>
                <a:lnTo>
                  <a:pt x="263295" y="905406"/>
                </a:lnTo>
                <a:lnTo>
                  <a:pt x="224392" y="879491"/>
                </a:lnTo>
                <a:lnTo>
                  <a:pt x="187837" y="850443"/>
                </a:lnTo>
                <a:lnTo>
                  <a:pt x="153726" y="818746"/>
                </a:lnTo>
                <a:lnTo>
                  <a:pt x="121963" y="784634"/>
                </a:lnTo>
                <a:lnTo>
                  <a:pt x="92740" y="748080"/>
                </a:lnTo>
                <a:lnTo>
                  <a:pt x="66579" y="709176"/>
                </a:lnTo>
                <a:lnTo>
                  <a:pt x="44004" y="668017"/>
                </a:lnTo>
                <a:lnTo>
                  <a:pt x="25535" y="624696"/>
                </a:lnTo>
                <a:lnTo>
                  <a:pt x="11697" y="579307"/>
                </a:lnTo>
                <a:lnTo>
                  <a:pt x="3011" y="531944"/>
                </a:lnTo>
                <a:lnTo>
                  <a:pt x="0" y="482700"/>
                </a:lnTo>
                <a:lnTo>
                  <a:pt x="2800" y="433231"/>
                </a:lnTo>
                <a:lnTo>
                  <a:pt x="10928" y="385276"/>
                </a:lnTo>
                <a:lnTo>
                  <a:pt x="23979" y="339050"/>
                </a:lnTo>
                <a:lnTo>
                  <a:pt x="41544" y="294770"/>
                </a:lnTo>
                <a:lnTo>
                  <a:pt x="63216" y="252651"/>
                </a:lnTo>
                <a:lnTo>
                  <a:pt x="88589" y="212910"/>
                </a:lnTo>
                <a:lnTo>
                  <a:pt x="117255" y="175764"/>
                </a:lnTo>
                <a:lnTo>
                  <a:pt x="148807" y="141428"/>
                </a:lnTo>
                <a:lnTo>
                  <a:pt x="183143" y="110193"/>
                </a:lnTo>
                <a:lnTo>
                  <a:pt x="220289" y="82363"/>
                </a:lnTo>
                <a:lnTo>
                  <a:pt x="260030" y="58172"/>
                </a:lnTo>
                <a:lnTo>
                  <a:pt x="302148" y="37855"/>
                </a:lnTo>
                <a:lnTo>
                  <a:pt x="346429" y="21644"/>
                </a:lnTo>
                <a:lnTo>
                  <a:pt x="392655" y="9776"/>
                </a:lnTo>
                <a:lnTo>
                  <a:pt x="440610" y="2483"/>
                </a:lnTo>
                <a:lnTo>
                  <a:pt x="490079" y="0"/>
                </a:lnTo>
                <a:lnTo>
                  <a:pt x="539534" y="2496"/>
                </a:lnTo>
                <a:lnTo>
                  <a:pt x="587455" y="9824"/>
                </a:lnTo>
                <a:lnTo>
                  <a:pt x="633631" y="21742"/>
                </a:lnTo>
                <a:lnTo>
                  <a:pt x="677855" y="38008"/>
                </a:lnTo>
                <a:lnTo>
                  <a:pt x="719918" y="58382"/>
                </a:lnTo>
                <a:lnTo>
                  <a:pt x="759609" y="82623"/>
                </a:lnTo>
                <a:lnTo>
                  <a:pt x="796721" y="110487"/>
                </a:lnTo>
                <a:lnTo>
                  <a:pt x="831044" y="141735"/>
                </a:lnTo>
                <a:lnTo>
                  <a:pt x="862225" y="176058"/>
                </a:lnTo>
                <a:lnTo>
                  <a:pt x="889916" y="213170"/>
                </a:lnTo>
                <a:lnTo>
                  <a:pt x="913910" y="252861"/>
                </a:lnTo>
                <a:lnTo>
                  <a:pt x="934002" y="294923"/>
                </a:lnTo>
                <a:lnTo>
                  <a:pt x="949986" y="339147"/>
                </a:lnTo>
                <a:lnTo>
                  <a:pt x="961658" y="385324"/>
                </a:lnTo>
                <a:lnTo>
                  <a:pt x="968812" y="433245"/>
                </a:lnTo>
                <a:lnTo>
                  <a:pt x="971242" y="482700"/>
                </a:lnTo>
                <a:lnTo>
                  <a:pt x="969050" y="532394"/>
                </a:lnTo>
                <a:lnTo>
                  <a:pt x="962523" y="580945"/>
                </a:lnTo>
                <a:lnTo>
                  <a:pt x="951737" y="628020"/>
                </a:lnTo>
                <a:lnTo>
                  <a:pt x="936769" y="673282"/>
                </a:lnTo>
                <a:lnTo>
                  <a:pt x="917693" y="716397"/>
                </a:lnTo>
                <a:lnTo>
                  <a:pt x="894585" y="757029"/>
                </a:lnTo>
                <a:lnTo>
                  <a:pt x="867522" y="794844"/>
                </a:lnTo>
                <a:lnTo>
                  <a:pt x="836578" y="829506"/>
                </a:lnTo>
                <a:lnTo>
                  <a:pt x="802004" y="860829"/>
                </a:lnTo>
                <a:lnTo>
                  <a:pt x="764230" y="888701"/>
                </a:lnTo>
                <a:lnTo>
                  <a:pt x="723603" y="912897"/>
                </a:lnTo>
                <a:lnTo>
                  <a:pt x="680469" y="933195"/>
                </a:lnTo>
                <a:lnTo>
                  <a:pt x="635172" y="949371"/>
                </a:lnTo>
                <a:lnTo>
                  <a:pt x="588060" y="961202"/>
                </a:lnTo>
                <a:lnTo>
                  <a:pt x="539478" y="968464"/>
                </a:lnTo>
                <a:lnTo>
                  <a:pt x="489771" y="970934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4183544" y="3335753"/>
            <a:ext cx="10087610" cy="1339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3750" spc="445">
                <a:solidFill>
                  <a:srgbClr val="464444"/>
                </a:solidFill>
                <a:latin typeface="Arial MT"/>
                <a:cs typeface="Arial MT"/>
              </a:rPr>
              <a:t>Logistic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390">
                <a:solidFill>
                  <a:srgbClr val="464444"/>
                </a:solidFill>
                <a:latin typeface="Arial MT"/>
                <a:cs typeface="Arial MT"/>
              </a:rPr>
              <a:t>regression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395">
                <a:solidFill>
                  <a:srgbClr val="464444"/>
                </a:solidFill>
                <a:latin typeface="Arial MT"/>
                <a:cs typeface="Arial MT"/>
              </a:rPr>
              <a:t>is</a:t>
            </a:r>
            <a:r>
              <a:rPr dirty="0" sz="3750" spc="22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395">
                <a:solidFill>
                  <a:srgbClr val="464444"/>
                </a:solidFill>
                <a:latin typeface="Arial MT"/>
                <a:cs typeface="Arial MT"/>
              </a:rPr>
              <a:t>well-</a:t>
            </a:r>
            <a:r>
              <a:rPr dirty="0" sz="3750" spc="430">
                <a:solidFill>
                  <a:srgbClr val="464444"/>
                </a:solidFill>
                <a:latin typeface="Arial MT"/>
                <a:cs typeface="Arial MT"/>
              </a:rPr>
              <a:t>suited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375">
                <a:solidFill>
                  <a:srgbClr val="464444"/>
                </a:solidFill>
                <a:latin typeface="Arial MT"/>
                <a:cs typeface="Arial MT"/>
              </a:rPr>
              <a:t>for </a:t>
            </a:r>
            <a:r>
              <a:rPr dirty="0" sz="3750" spc="390">
                <a:solidFill>
                  <a:srgbClr val="464444"/>
                </a:solidFill>
                <a:latin typeface="Arial MT"/>
                <a:cs typeface="Arial MT"/>
              </a:rPr>
              <a:t>binary</a:t>
            </a:r>
            <a:r>
              <a:rPr dirty="0" sz="3750" spc="22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40">
                <a:solidFill>
                  <a:srgbClr val="464444"/>
                </a:solidFill>
                <a:latin typeface="Arial MT"/>
                <a:cs typeface="Arial MT"/>
              </a:rPr>
              <a:t>classification</a:t>
            </a:r>
            <a:r>
              <a:rPr dirty="0" sz="3750" spc="229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390">
                <a:solidFill>
                  <a:srgbClr val="464444"/>
                </a:solidFill>
                <a:latin typeface="Arial MT"/>
                <a:cs typeface="Arial MT"/>
              </a:rPr>
              <a:t>problems,</a:t>
            </a:r>
            <a:r>
              <a:rPr dirty="0" sz="3750" spc="229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50">
                <a:solidFill>
                  <a:srgbClr val="464444"/>
                </a:solidFill>
                <a:latin typeface="Arial MT"/>
                <a:cs typeface="Arial MT"/>
              </a:rPr>
              <a:t>making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183544" y="4650203"/>
            <a:ext cx="10253345" cy="4220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14350">
              <a:lnSpc>
                <a:spcPct val="114999"/>
              </a:lnSpc>
              <a:spcBef>
                <a:spcPts val="100"/>
              </a:spcBef>
            </a:pPr>
            <a:r>
              <a:rPr dirty="0" sz="3750" spc="505">
                <a:solidFill>
                  <a:srgbClr val="464444"/>
                </a:solidFill>
                <a:latin typeface="Arial MT"/>
                <a:cs typeface="Arial MT"/>
              </a:rPr>
              <a:t>it</a:t>
            </a:r>
            <a:r>
              <a:rPr dirty="0" sz="3750" spc="21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390">
                <a:solidFill>
                  <a:srgbClr val="464444"/>
                </a:solidFill>
                <a:latin typeface="Arial MT"/>
                <a:cs typeface="Arial MT"/>
              </a:rPr>
              <a:t>ideal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00">
                <a:solidFill>
                  <a:srgbClr val="464444"/>
                </a:solidFill>
                <a:latin typeface="Arial MT"/>
                <a:cs typeface="Arial MT"/>
              </a:rPr>
              <a:t>for</a:t>
            </a:r>
            <a:r>
              <a:rPr dirty="0" sz="3750" spc="21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34">
                <a:solidFill>
                  <a:srgbClr val="464444"/>
                </a:solidFill>
                <a:latin typeface="Arial MT"/>
                <a:cs typeface="Arial MT"/>
              </a:rPr>
              <a:t>predicting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65">
                <a:solidFill>
                  <a:srgbClr val="464444"/>
                </a:solidFill>
                <a:latin typeface="Arial MT"/>
                <a:cs typeface="Arial MT"/>
              </a:rPr>
              <a:t>the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20">
                <a:solidFill>
                  <a:srgbClr val="464444"/>
                </a:solidFill>
                <a:latin typeface="Arial MT"/>
                <a:cs typeface="Arial MT"/>
              </a:rPr>
              <a:t>presence</a:t>
            </a:r>
            <a:r>
              <a:rPr dirty="0" sz="3750" spc="21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370">
                <a:solidFill>
                  <a:srgbClr val="464444"/>
                </a:solidFill>
                <a:latin typeface="Arial MT"/>
                <a:cs typeface="Arial MT"/>
              </a:rPr>
              <a:t>or </a:t>
            </a:r>
            <a:r>
              <a:rPr dirty="0" sz="3750" spc="420">
                <a:solidFill>
                  <a:srgbClr val="464444"/>
                </a:solidFill>
                <a:latin typeface="Arial MT"/>
                <a:cs typeface="Arial MT"/>
              </a:rPr>
              <a:t>absence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00">
                <a:solidFill>
                  <a:srgbClr val="464444"/>
                </a:solidFill>
                <a:latin typeface="Arial MT"/>
                <a:cs typeface="Arial MT"/>
              </a:rPr>
              <a:t>of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34">
                <a:solidFill>
                  <a:srgbClr val="464444"/>
                </a:solidFill>
                <a:latin typeface="Arial MT"/>
                <a:cs typeface="Arial MT"/>
              </a:rPr>
              <a:t>heart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380">
                <a:solidFill>
                  <a:srgbClr val="464444"/>
                </a:solidFill>
                <a:latin typeface="Arial MT"/>
                <a:cs typeface="Arial MT"/>
              </a:rPr>
              <a:t>disease</a:t>
            </a:r>
            <a:endParaRPr sz="3750">
              <a:latin typeface="Arial MT"/>
              <a:cs typeface="Arial MT"/>
            </a:endParaRPr>
          </a:p>
          <a:p>
            <a:pPr marL="151130" marR="5080">
              <a:lnSpc>
                <a:spcPct val="114999"/>
              </a:lnSpc>
              <a:spcBef>
                <a:spcPts val="1975"/>
              </a:spcBef>
            </a:pPr>
            <a:r>
              <a:rPr dirty="0" sz="3750" spc="515">
                <a:solidFill>
                  <a:srgbClr val="464444"/>
                </a:solidFill>
                <a:latin typeface="Arial MT"/>
                <a:cs typeface="Arial MT"/>
              </a:rPr>
              <a:t>It</a:t>
            </a:r>
            <a:r>
              <a:rPr dirty="0" sz="3750" spc="22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390">
                <a:solidFill>
                  <a:srgbClr val="464444"/>
                </a:solidFill>
                <a:latin typeface="Arial MT"/>
                <a:cs typeface="Arial MT"/>
              </a:rPr>
              <a:t>provides</a:t>
            </a:r>
            <a:r>
              <a:rPr dirty="0" sz="3750" spc="229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375">
                <a:solidFill>
                  <a:srgbClr val="464444"/>
                </a:solidFill>
                <a:latin typeface="Arial MT"/>
                <a:cs typeface="Arial MT"/>
              </a:rPr>
              <a:t>probability-</a:t>
            </a:r>
            <a:r>
              <a:rPr dirty="0" sz="3750" spc="380">
                <a:solidFill>
                  <a:srgbClr val="464444"/>
                </a:solidFill>
                <a:latin typeface="Arial MT"/>
                <a:cs typeface="Arial MT"/>
              </a:rPr>
              <a:t>based </a:t>
            </a:r>
            <a:r>
              <a:rPr dirty="0" sz="3750" spc="409">
                <a:solidFill>
                  <a:srgbClr val="464444"/>
                </a:solidFill>
                <a:latin typeface="Arial MT"/>
                <a:cs typeface="Arial MT"/>
              </a:rPr>
              <a:t>predictions,</a:t>
            </a:r>
            <a:r>
              <a:rPr dirty="0" sz="3750" spc="22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45">
                <a:solidFill>
                  <a:srgbClr val="464444"/>
                </a:solidFill>
                <a:latin typeface="Arial MT"/>
                <a:cs typeface="Arial MT"/>
              </a:rPr>
              <a:t>allowing</a:t>
            </a:r>
            <a:r>
              <a:rPr dirty="0" sz="3750" spc="22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00">
                <a:solidFill>
                  <a:srgbClr val="464444"/>
                </a:solidFill>
                <a:latin typeface="Arial MT"/>
                <a:cs typeface="Arial MT"/>
              </a:rPr>
              <a:t>for</a:t>
            </a:r>
            <a:r>
              <a:rPr dirty="0" sz="3750" spc="22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370">
                <a:solidFill>
                  <a:srgbClr val="464444"/>
                </a:solidFill>
                <a:latin typeface="Arial MT"/>
                <a:cs typeface="Arial MT"/>
              </a:rPr>
              <a:t>easy </a:t>
            </a:r>
            <a:r>
              <a:rPr dirty="0" sz="3750" spc="440">
                <a:solidFill>
                  <a:srgbClr val="464444"/>
                </a:solidFill>
                <a:latin typeface="Arial MT"/>
                <a:cs typeface="Arial MT"/>
              </a:rPr>
              <a:t>interpretation</a:t>
            </a:r>
            <a:r>
              <a:rPr dirty="0" sz="3750" spc="21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00">
                <a:solidFill>
                  <a:srgbClr val="464444"/>
                </a:solidFill>
                <a:latin typeface="Arial MT"/>
                <a:cs typeface="Arial MT"/>
              </a:rPr>
              <a:t>of</a:t>
            </a:r>
            <a:r>
              <a:rPr dirty="0" sz="3750" spc="21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395">
                <a:solidFill>
                  <a:srgbClr val="464444"/>
                </a:solidFill>
                <a:latin typeface="Arial MT"/>
                <a:cs typeface="Arial MT"/>
              </a:rPr>
              <a:t>a</a:t>
            </a:r>
            <a:r>
              <a:rPr dirty="0" sz="3750" spc="21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20">
                <a:solidFill>
                  <a:srgbClr val="464444"/>
                </a:solidFill>
                <a:latin typeface="Arial MT"/>
                <a:cs typeface="Arial MT"/>
              </a:rPr>
              <a:t>patient’s</a:t>
            </a:r>
            <a:r>
              <a:rPr dirty="0" sz="3750" spc="21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45">
                <a:solidFill>
                  <a:srgbClr val="464444"/>
                </a:solidFill>
                <a:latin typeface="Arial MT"/>
                <a:cs typeface="Arial MT"/>
              </a:rPr>
              <a:t>risk</a:t>
            </a:r>
            <a:r>
              <a:rPr dirty="0" sz="3750" spc="21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365">
                <a:solidFill>
                  <a:srgbClr val="464444"/>
                </a:solidFill>
                <a:latin typeface="Arial MT"/>
                <a:cs typeface="Arial MT"/>
              </a:rPr>
              <a:t>and </a:t>
            </a:r>
            <a:r>
              <a:rPr dirty="0" sz="3750" spc="415">
                <a:solidFill>
                  <a:srgbClr val="464444"/>
                </a:solidFill>
                <a:latin typeface="Arial MT"/>
                <a:cs typeface="Arial MT"/>
              </a:rPr>
              <a:t>supporting</a:t>
            </a:r>
            <a:r>
              <a:rPr dirty="0" sz="3750" spc="21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20">
                <a:solidFill>
                  <a:srgbClr val="464444"/>
                </a:solidFill>
                <a:latin typeface="Arial MT"/>
                <a:cs typeface="Arial MT"/>
              </a:rPr>
              <a:t>informed</a:t>
            </a:r>
            <a:r>
              <a:rPr dirty="0" sz="3750" spc="21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50">
                <a:solidFill>
                  <a:srgbClr val="464444"/>
                </a:solidFill>
                <a:latin typeface="Arial MT"/>
                <a:cs typeface="Arial MT"/>
              </a:rPr>
              <a:t>medical</a:t>
            </a:r>
            <a:r>
              <a:rPr dirty="0" sz="3750" spc="21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3750" spc="405">
                <a:solidFill>
                  <a:srgbClr val="464444"/>
                </a:solidFill>
                <a:latin typeface="Arial MT"/>
                <a:cs typeface="Arial MT"/>
              </a:rPr>
              <a:t>decisions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845826" y="4067830"/>
            <a:ext cx="289560" cy="981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250" spc="-1265">
                <a:solidFill>
                  <a:srgbClr val="D9D9D9"/>
                </a:solidFill>
                <a:latin typeface="Trebuchet MS"/>
                <a:cs typeface="Trebuchet MS"/>
              </a:rPr>
              <a:t>1</a:t>
            </a:r>
            <a:endParaRPr sz="625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756206" y="6738370"/>
            <a:ext cx="468630" cy="981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250" spc="145">
                <a:solidFill>
                  <a:srgbClr val="D9D9D9"/>
                </a:solidFill>
                <a:latin typeface="Trebuchet MS"/>
                <a:cs typeface="Trebuchet MS"/>
              </a:rPr>
              <a:t>2</a:t>
            </a:r>
            <a:endParaRPr sz="6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2322195">
              <a:lnSpc>
                <a:spcPct val="100000"/>
              </a:lnSpc>
              <a:spcBef>
                <a:spcPts val="114"/>
              </a:spcBef>
            </a:pPr>
            <a:r>
              <a:rPr dirty="0" spc="355"/>
              <a:t>TECH</a:t>
            </a:r>
            <a:r>
              <a:rPr dirty="0"/>
              <a:t> </a:t>
            </a:r>
            <a:r>
              <a:rPr dirty="0" spc="575"/>
              <a:t>STACK</a:t>
            </a:r>
            <a:r>
              <a:rPr dirty="0"/>
              <a:t> </a:t>
            </a:r>
            <a:r>
              <a:rPr dirty="0" spc="780"/>
              <a:t>USED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4395" y="3994667"/>
            <a:ext cx="12308840" cy="3675379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593090" indent="-580390">
              <a:lnSpc>
                <a:spcPct val="100000"/>
              </a:lnSpc>
              <a:spcBef>
                <a:spcPts val="865"/>
              </a:spcBef>
              <a:buAutoNum type="arabicPeriod"/>
              <a:tabLst>
                <a:tab pos="593090" algn="l"/>
              </a:tabLst>
            </a:pPr>
            <a:r>
              <a:rPr dirty="0" sz="4150" spc="465">
                <a:solidFill>
                  <a:srgbClr val="464444"/>
                </a:solidFill>
                <a:latin typeface="Arial MT"/>
                <a:cs typeface="Arial MT"/>
              </a:rPr>
              <a:t>Programming</a:t>
            </a:r>
            <a:r>
              <a:rPr dirty="0" sz="4150" spc="24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4150" spc="409">
                <a:solidFill>
                  <a:srgbClr val="464444"/>
                </a:solidFill>
                <a:latin typeface="Arial MT"/>
                <a:cs typeface="Arial MT"/>
              </a:rPr>
              <a:t>Language:</a:t>
            </a:r>
            <a:r>
              <a:rPr dirty="0" sz="4150" spc="24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4150" spc="430">
                <a:solidFill>
                  <a:srgbClr val="464444"/>
                </a:solidFill>
                <a:latin typeface="Arial MT"/>
                <a:cs typeface="Arial MT"/>
              </a:rPr>
              <a:t>Python</a:t>
            </a:r>
            <a:endParaRPr sz="4150">
              <a:latin typeface="Arial MT"/>
              <a:cs typeface="Arial MT"/>
            </a:endParaRPr>
          </a:p>
          <a:p>
            <a:pPr marL="593090" indent="-580390">
              <a:lnSpc>
                <a:spcPct val="100000"/>
              </a:lnSpc>
              <a:spcBef>
                <a:spcPts val="765"/>
              </a:spcBef>
              <a:buAutoNum type="arabicPeriod"/>
              <a:tabLst>
                <a:tab pos="593090" algn="l"/>
              </a:tabLst>
            </a:pPr>
            <a:r>
              <a:rPr dirty="0" sz="4150" spc="470">
                <a:solidFill>
                  <a:srgbClr val="464444"/>
                </a:solidFill>
                <a:latin typeface="Arial MT"/>
                <a:cs typeface="Arial MT"/>
              </a:rPr>
              <a:t>Machine</a:t>
            </a:r>
            <a:r>
              <a:rPr dirty="0" sz="4150" spc="26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4150" spc="434">
                <a:solidFill>
                  <a:srgbClr val="464444"/>
                </a:solidFill>
                <a:latin typeface="Arial MT"/>
                <a:cs typeface="Arial MT"/>
              </a:rPr>
              <a:t>Learning</a:t>
            </a:r>
            <a:r>
              <a:rPr dirty="0" sz="4150" spc="26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4150" spc="420">
                <a:solidFill>
                  <a:srgbClr val="464444"/>
                </a:solidFill>
                <a:latin typeface="Arial MT"/>
                <a:cs typeface="Arial MT"/>
              </a:rPr>
              <a:t>Libraries:</a:t>
            </a:r>
            <a:r>
              <a:rPr dirty="0" sz="4150" spc="26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4150" spc="445">
                <a:solidFill>
                  <a:srgbClr val="464444"/>
                </a:solidFill>
                <a:latin typeface="Arial MT"/>
                <a:cs typeface="Arial MT"/>
              </a:rPr>
              <a:t>Scikit-</a:t>
            </a:r>
            <a:r>
              <a:rPr dirty="0" sz="4150" spc="425">
                <a:solidFill>
                  <a:srgbClr val="464444"/>
                </a:solidFill>
                <a:latin typeface="Arial MT"/>
                <a:cs typeface="Arial MT"/>
              </a:rPr>
              <a:t>Learn</a:t>
            </a:r>
            <a:endParaRPr sz="4150">
              <a:latin typeface="Arial MT"/>
              <a:cs typeface="Arial MT"/>
            </a:endParaRPr>
          </a:p>
          <a:p>
            <a:pPr marL="593090" indent="-58039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93090" algn="l"/>
              </a:tabLst>
            </a:pPr>
            <a:r>
              <a:rPr dirty="0" sz="4150" spc="440">
                <a:solidFill>
                  <a:srgbClr val="464444"/>
                </a:solidFill>
                <a:latin typeface="Arial MT"/>
                <a:cs typeface="Arial MT"/>
              </a:rPr>
              <a:t>Data</a:t>
            </a:r>
            <a:r>
              <a:rPr dirty="0" sz="4150" spc="24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4150" spc="409">
                <a:solidFill>
                  <a:srgbClr val="464444"/>
                </a:solidFill>
                <a:latin typeface="Arial MT"/>
                <a:cs typeface="Arial MT"/>
              </a:rPr>
              <a:t>handling:</a:t>
            </a:r>
            <a:r>
              <a:rPr dirty="0" sz="4150" spc="25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4150" spc="445">
                <a:solidFill>
                  <a:srgbClr val="464444"/>
                </a:solidFill>
                <a:latin typeface="Arial MT"/>
                <a:cs typeface="Arial MT"/>
              </a:rPr>
              <a:t>Numpy,</a:t>
            </a:r>
            <a:r>
              <a:rPr dirty="0" sz="4150" spc="25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4150" spc="390">
                <a:solidFill>
                  <a:srgbClr val="464444"/>
                </a:solidFill>
                <a:latin typeface="Arial MT"/>
                <a:cs typeface="Arial MT"/>
              </a:rPr>
              <a:t>Pandas</a:t>
            </a:r>
            <a:endParaRPr sz="4150">
              <a:latin typeface="Arial MT"/>
              <a:cs typeface="Arial MT"/>
            </a:endParaRPr>
          </a:p>
          <a:p>
            <a:pPr marL="593090" indent="-580390">
              <a:lnSpc>
                <a:spcPct val="100000"/>
              </a:lnSpc>
              <a:spcBef>
                <a:spcPts val="765"/>
              </a:spcBef>
              <a:buAutoNum type="arabicPeriod"/>
              <a:tabLst>
                <a:tab pos="593090" algn="l"/>
              </a:tabLst>
            </a:pPr>
            <a:r>
              <a:rPr dirty="0" sz="4150" spc="440">
                <a:solidFill>
                  <a:srgbClr val="464444"/>
                </a:solidFill>
                <a:latin typeface="Arial MT"/>
                <a:cs typeface="Arial MT"/>
              </a:rPr>
              <a:t>Data</a:t>
            </a:r>
            <a:r>
              <a:rPr dirty="0" sz="4150" spc="24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4150" spc="445">
                <a:solidFill>
                  <a:srgbClr val="464444"/>
                </a:solidFill>
                <a:latin typeface="Arial MT"/>
                <a:cs typeface="Arial MT"/>
              </a:rPr>
              <a:t>Visualisation:</a:t>
            </a:r>
            <a:r>
              <a:rPr dirty="0" sz="4150" spc="24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4150" spc="380">
                <a:solidFill>
                  <a:srgbClr val="464444"/>
                </a:solidFill>
                <a:latin typeface="Arial MT"/>
                <a:cs typeface="Arial MT"/>
              </a:rPr>
              <a:t>Seaborn,</a:t>
            </a:r>
            <a:r>
              <a:rPr dirty="0" sz="4150" spc="250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4150" spc="480">
                <a:solidFill>
                  <a:srgbClr val="464444"/>
                </a:solidFill>
                <a:latin typeface="Arial MT"/>
                <a:cs typeface="Arial MT"/>
              </a:rPr>
              <a:t>Matplotlib</a:t>
            </a:r>
            <a:endParaRPr sz="4150">
              <a:latin typeface="Arial MT"/>
              <a:cs typeface="Arial MT"/>
            </a:endParaRPr>
          </a:p>
          <a:p>
            <a:pPr marL="593090" indent="-58039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93090" algn="l"/>
              </a:tabLst>
            </a:pPr>
            <a:r>
              <a:rPr dirty="0" sz="4150" spc="445">
                <a:solidFill>
                  <a:srgbClr val="464444"/>
                </a:solidFill>
                <a:latin typeface="Arial MT"/>
                <a:cs typeface="Arial MT"/>
              </a:rPr>
              <a:t>Version</a:t>
            </a:r>
            <a:r>
              <a:rPr dirty="0" sz="4150" spc="23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4150" spc="415">
                <a:solidFill>
                  <a:srgbClr val="464444"/>
                </a:solidFill>
                <a:latin typeface="Arial MT"/>
                <a:cs typeface="Arial MT"/>
              </a:rPr>
              <a:t>Control:</a:t>
            </a:r>
            <a:r>
              <a:rPr dirty="0" sz="4150" spc="235">
                <a:solidFill>
                  <a:srgbClr val="464444"/>
                </a:solidFill>
                <a:latin typeface="Arial MT"/>
                <a:cs typeface="Arial MT"/>
              </a:rPr>
              <a:t> </a:t>
            </a:r>
            <a:r>
              <a:rPr dirty="0" sz="4150" spc="390">
                <a:solidFill>
                  <a:srgbClr val="464444"/>
                </a:solidFill>
                <a:latin typeface="Arial MT"/>
                <a:cs typeface="Arial MT"/>
              </a:rPr>
              <a:t>Git/GitHub</a:t>
            </a:r>
            <a:endParaRPr sz="4150">
              <a:latin typeface="Arial MT"/>
              <a:cs typeface="Arial M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3335660" y="602347"/>
            <a:ext cx="3923029" cy="852169"/>
          </a:xfrm>
          <a:custGeom>
            <a:avLst/>
            <a:gdLst/>
            <a:ahLst/>
            <a:cxnLst/>
            <a:rect l="l" t="t" r="r" b="b"/>
            <a:pathLst>
              <a:path w="3923030" h="852169">
                <a:moveTo>
                  <a:pt x="3055201" y="423316"/>
                </a:moveTo>
                <a:lnTo>
                  <a:pt x="3048482" y="416598"/>
                </a:lnTo>
                <a:lnTo>
                  <a:pt x="270230" y="416598"/>
                </a:lnTo>
                <a:lnTo>
                  <a:pt x="261632" y="415137"/>
                </a:lnTo>
                <a:lnTo>
                  <a:pt x="216763" y="397814"/>
                </a:lnTo>
                <a:lnTo>
                  <a:pt x="195186" y="354787"/>
                </a:lnTo>
                <a:lnTo>
                  <a:pt x="169811" y="261493"/>
                </a:lnTo>
                <a:lnTo>
                  <a:pt x="153657" y="356844"/>
                </a:lnTo>
                <a:lnTo>
                  <a:pt x="136372" y="401764"/>
                </a:lnTo>
                <a:lnTo>
                  <a:pt x="93345" y="423354"/>
                </a:lnTo>
                <a:lnTo>
                  <a:pt x="0" y="448729"/>
                </a:lnTo>
                <a:lnTo>
                  <a:pt x="95351" y="464883"/>
                </a:lnTo>
                <a:lnTo>
                  <a:pt x="140258" y="482155"/>
                </a:lnTo>
                <a:lnTo>
                  <a:pt x="161848" y="525132"/>
                </a:lnTo>
                <a:lnTo>
                  <a:pt x="187236" y="618401"/>
                </a:lnTo>
                <a:lnTo>
                  <a:pt x="203377" y="523138"/>
                </a:lnTo>
                <a:lnTo>
                  <a:pt x="220649" y="478256"/>
                </a:lnTo>
                <a:lnTo>
                  <a:pt x="263639" y="456692"/>
                </a:lnTo>
                <a:lnTo>
                  <a:pt x="300215" y="446735"/>
                </a:lnTo>
                <a:lnTo>
                  <a:pt x="3048482" y="446735"/>
                </a:lnTo>
                <a:lnTo>
                  <a:pt x="3055201" y="440016"/>
                </a:lnTo>
                <a:lnTo>
                  <a:pt x="3055201" y="423316"/>
                </a:lnTo>
                <a:close/>
              </a:path>
              <a:path w="3923030" h="852169">
                <a:moveTo>
                  <a:pt x="3491941" y="656818"/>
                </a:moveTo>
                <a:lnTo>
                  <a:pt x="3485223" y="649973"/>
                </a:lnTo>
                <a:lnTo>
                  <a:pt x="706907" y="649973"/>
                </a:lnTo>
                <a:lnTo>
                  <a:pt x="698373" y="648525"/>
                </a:lnTo>
                <a:lnTo>
                  <a:pt x="653503" y="631253"/>
                </a:lnTo>
                <a:lnTo>
                  <a:pt x="631926" y="588276"/>
                </a:lnTo>
                <a:lnTo>
                  <a:pt x="606552" y="495007"/>
                </a:lnTo>
                <a:lnTo>
                  <a:pt x="590397" y="590283"/>
                </a:lnTo>
                <a:lnTo>
                  <a:pt x="573112" y="635152"/>
                </a:lnTo>
                <a:lnTo>
                  <a:pt x="530098" y="656729"/>
                </a:lnTo>
                <a:lnTo>
                  <a:pt x="436740" y="682104"/>
                </a:lnTo>
                <a:lnTo>
                  <a:pt x="532091" y="698271"/>
                </a:lnTo>
                <a:lnTo>
                  <a:pt x="577011" y="715594"/>
                </a:lnTo>
                <a:lnTo>
                  <a:pt x="598601" y="758621"/>
                </a:lnTo>
                <a:lnTo>
                  <a:pt x="623976" y="851916"/>
                </a:lnTo>
                <a:lnTo>
                  <a:pt x="640118" y="756564"/>
                </a:lnTo>
                <a:lnTo>
                  <a:pt x="657390" y="711644"/>
                </a:lnTo>
                <a:lnTo>
                  <a:pt x="700379" y="690054"/>
                </a:lnTo>
                <a:lnTo>
                  <a:pt x="736968" y="680097"/>
                </a:lnTo>
                <a:lnTo>
                  <a:pt x="3485223" y="680097"/>
                </a:lnTo>
                <a:lnTo>
                  <a:pt x="3491941" y="673392"/>
                </a:lnTo>
                <a:lnTo>
                  <a:pt x="3491941" y="656818"/>
                </a:lnTo>
                <a:close/>
              </a:path>
              <a:path w="3923030" h="852169">
                <a:moveTo>
                  <a:pt x="3922826" y="161810"/>
                </a:moveTo>
                <a:lnTo>
                  <a:pt x="3916108" y="155092"/>
                </a:lnTo>
                <a:lnTo>
                  <a:pt x="1138199" y="155092"/>
                </a:lnTo>
                <a:lnTo>
                  <a:pt x="1129322" y="153581"/>
                </a:lnTo>
                <a:lnTo>
                  <a:pt x="1084414" y="136258"/>
                </a:lnTo>
                <a:lnTo>
                  <a:pt x="1062824" y="93268"/>
                </a:lnTo>
                <a:lnTo>
                  <a:pt x="1037437" y="0"/>
                </a:lnTo>
                <a:lnTo>
                  <a:pt x="1021295" y="95338"/>
                </a:lnTo>
                <a:lnTo>
                  <a:pt x="1004023" y="140246"/>
                </a:lnTo>
                <a:lnTo>
                  <a:pt x="961034" y="161785"/>
                </a:lnTo>
                <a:lnTo>
                  <a:pt x="867765" y="187083"/>
                </a:lnTo>
                <a:lnTo>
                  <a:pt x="963041" y="203314"/>
                </a:lnTo>
                <a:lnTo>
                  <a:pt x="1007910" y="220637"/>
                </a:lnTo>
                <a:lnTo>
                  <a:pt x="1029487" y="263626"/>
                </a:lnTo>
                <a:lnTo>
                  <a:pt x="1054862" y="356895"/>
                </a:lnTo>
                <a:lnTo>
                  <a:pt x="1071029" y="261556"/>
                </a:lnTo>
                <a:lnTo>
                  <a:pt x="1088351" y="216649"/>
                </a:lnTo>
                <a:lnTo>
                  <a:pt x="1131379" y="195110"/>
                </a:lnTo>
                <a:lnTo>
                  <a:pt x="1168323" y="185089"/>
                </a:lnTo>
                <a:lnTo>
                  <a:pt x="3916108" y="185089"/>
                </a:lnTo>
                <a:lnTo>
                  <a:pt x="3922826" y="178371"/>
                </a:lnTo>
                <a:lnTo>
                  <a:pt x="3922826" y="161810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29411" y="8806789"/>
            <a:ext cx="3923029" cy="852169"/>
          </a:xfrm>
          <a:custGeom>
            <a:avLst/>
            <a:gdLst/>
            <a:ahLst/>
            <a:cxnLst/>
            <a:rect l="l" t="t" r="r" b="b"/>
            <a:pathLst>
              <a:path w="3923029" h="852170">
                <a:moveTo>
                  <a:pt x="3055048" y="187096"/>
                </a:moveTo>
                <a:lnTo>
                  <a:pt x="2961779" y="161798"/>
                </a:lnTo>
                <a:lnTo>
                  <a:pt x="2918803" y="140246"/>
                </a:lnTo>
                <a:lnTo>
                  <a:pt x="2901531" y="95351"/>
                </a:lnTo>
                <a:lnTo>
                  <a:pt x="2885389" y="0"/>
                </a:lnTo>
                <a:lnTo>
                  <a:pt x="2860002" y="93268"/>
                </a:lnTo>
                <a:lnTo>
                  <a:pt x="2838412" y="136258"/>
                </a:lnTo>
                <a:lnTo>
                  <a:pt x="2793504" y="153581"/>
                </a:lnTo>
                <a:lnTo>
                  <a:pt x="2784551" y="155105"/>
                </a:lnTo>
                <a:lnTo>
                  <a:pt x="6705" y="155105"/>
                </a:lnTo>
                <a:lnTo>
                  <a:pt x="0" y="161810"/>
                </a:lnTo>
                <a:lnTo>
                  <a:pt x="0" y="178384"/>
                </a:lnTo>
                <a:lnTo>
                  <a:pt x="6705" y="185089"/>
                </a:lnTo>
                <a:lnTo>
                  <a:pt x="2754477" y="185089"/>
                </a:lnTo>
                <a:lnTo>
                  <a:pt x="2791434" y="195110"/>
                </a:lnTo>
                <a:lnTo>
                  <a:pt x="2834462" y="216649"/>
                </a:lnTo>
                <a:lnTo>
                  <a:pt x="2851785" y="261556"/>
                </a:lnTo>
                <a:lnTo>
                  <a:pt x="2867964" y="356908"/>
                </a:lnTo>
                <a:lnTo>
                  <a:pt x="2893339" y="263626"/>
                </a:lnTo>
                <a:lnTo>
                  <a:pt x="2902902" y="237388"/>
                </a:lnTo>
                <a:lnTo>
                  <a:pt x="2914916" y="220637"/>
                </a:lnTo>
                <a:lnTo>
                  <a:pt x="2932747" y="210299"/>
                </a:lnTo>
                <a:lnTo>
                  <a:pt x="2959785" y="203314"/>
                </a:lnTo>
                <a:lnTo>
                  <a:pt x="3055048" y="187096"/>
                </a:lnTo>
                <a:close/>
              </a:path>
              <a:path w="3923029" h="852170">
                <a:moveTo>
                  <a:pt x="3486086" y="682104"/>
                </a:moveTo>
                <a:lnTo>
                  <a:pt x="3392728" y="656729"/>
                </a:lnTo>
                <a:lnTo>
                  <a:pt x="3349714" y="635152"/>
                </a:lnTo>
                <a:lnTo>
                  <a:pt x="3332416" y="590283"/>
                </a:lnTo>
                <a:lnTo>
                  <a:pt x="3316274" y="495007"/>
                </a:lnTo>
                <a:lnTo>
                  <a:pt x="3290887" y="588276"/>
                </a:lnTo>
                <a:lnTo>
                  <a:pt x="3269323" y="631266"/>
                </a:lnTo>
                <a:lnTo>
                  <a:pt x="3224441" y="648538"/>
                </a:lnTo>
                <a:lnTo>
                  <a:pt x="3215970" y="649973"/>
                </a:lnTo>
                <a:lnTo>
                  <a:pt x="437591" y="649973"/>
                </a:lnTo>
                <a:lnTo>
                  <a:pt x="430885" y="656818"/>
                </a:lnTo>
                <a:lnTo>
                  <a:pt x="430885" y="673392"/>
                </a:lnTo>
                <a:lnTo>
                  <a:pt x="437591" y="680110"/>
                </a:lnTo>
                <a:lnTo>
                  <a:pt x="3185884" y="680110"/>
                </a:lnTo>
                <a:lnTo>
                  <a:pt x="3222447" y="690054"/>
                </a:lnTo>
                <a:lnTo>
                  <a:pt x="3265424" y="711644"/>
                </a:lnTo>
                <a:lnTo>
                  <a:pt x="3282696" y="756564"/>
                </a:lnTo>
                <a:lnTo>
                  <a:pt x="3298850" y="851916"/>
                </a:lnTo>
                <a:lnTo>
                  <a:pt x="3324225" y="758621"/>
                </a:lnTo>
                <a:lnTo>
                  <a:pt x="3333800" y="732358"/>
                </a:lnTo>
                <a:lnTo>
                  <a:pt x="3345815" y="715594"/>
                </a:lnTo>
                <a:lnTo>
                  <a:pt x="3363658" y="705256"/>
                </a:lnTo>
                <a:lnTo>
                  <a:pt x="3390735" y="698271"/>
                </a:lnTo>
                <a:lnTo>
                  <a:pt x="3486086" y="682104"/>
                </a:lnTo>
                <a:close/>
              </a:path>
              <a:path w="3923029" h="852170">
                <a:moveTo>
                  <a:pt x="3922826" y="448741"/>
                </a:moveTo>
                <a:lnTo>
                  <a:pt x="3829469" y="423354"/>
                </a:lnTo>
                <a:lnTo>
                  <a:pt x="3786454" y="401764"/>
                </a:lnTo>
                <a:lnTo>
                  <a:pt x="3769156" y="356857"/>
                </a:lnTo>
                <a:lnTo>
                  <a:pt x="3753015" y="261505"/>
                </a:lnTo>
                <a:lnTo>
                  <a:pt x="3727640" y="354787"/>
                </a:lnTo>
                <a:lnTo>
                  <a:pt x="3706063" y="397814"/>
                </a:lnTo>
                <a:lnTo>
                  <a:pt x="3661194" y="415137"/>
                </a:lnTo>
                <a:lnTo>
                  <a:pt x="3652583" y="416598"/>
                </a:lnTo>
                <a:lnTo>
                  <a:pt x="874344" y="416598"/>
                </a:lnTo>
                <a:lnTo>
                  <a:pt x="867625" y="423316"/>
                </a:lnTo>
                <a:lnTo>
                  <a:pt x="867625" y="440029"/>
                </a:lnTo>
                <a:lnTo>
                  <a:pt x="874344" y="446735"/>
                </a:lnTo>
                <a:lnTo>
                  <a:pt x="3622586" y="446735"/>
                </a:lnTo>
                <a:lnTo>
                  <a:pt x="3659187" y="456692"/>
                </a:lnTo>
                <a:lnTo>
                  <a:pt x="3702164" y="478269"/>
                </a:lnTo>
                <a:lnTo>
                  <a:pt x="3719436" y="523138"/>
                </a:lnTo>
                <a:lnTo>
                  <a:pt x="3735590" y="618401"/>
                </a:lnTo>
                <a:lnTo>
                  <a:pt x="3760965" y="525132"/>
                </a:lnTo>
                <a:lnTo>
                  <a:pt x="3770541" y="498894"/>
                </a:lnTo>
                <a:lnTo>
                  <a:pt x="3782555" y="482155"/>
                </a:lnTo>
                <a:lnTo>
                  <a:pt x="3800411" y="471843"/>
                </a:lnTo>
                <a:lnTo>
                  <a:pt x="3827475" y="464883"/>
                </a:lnTo>
                <a:lnTo>
                  <a:pt x="3922826" y="448741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0" y="0"/>
            <a:ext cx="3848100" cy="4114800"/>
            <a:chOff x="0" y="0"/>
            <a:chExt cx="3848100" cy="411480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847839" cy="411479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847585" y="1031150"/>
              <a:ext cx="352425" cy="1906905"/>
            </a:xfrm>
            <a:custGeom>
              <a:avLst/>
              <a:gdLst/>
              <a:ahLst/>
              <a:cxnLst/>
              <a:rect l="l" t="t" r="r" b="b"/>
              <a:pathLst>
                <a:path w="352425" h="1906905">
                  <a:moveTo>
                    <a:pt x="352031" y="1730692"/>
                  </a:moveTo>
                  <a:lnTo>
                    <a:pt x="214553" y="1714627"/>
                  </a:lnTo>
                  <a:lnTo>
                    <a:pt x="176009" y="1554670"/>
                  </a:lnTo>
                  <a:lnTo>
                    <a:pt x="159943" y="1692148"/>
                  </a:lnTo>
                  <a:lnTo>
                    <a:pt x="156286" y="1699577"/>
                  </a:lnTo>
                  <a:lnTo>
                    <a:pt x="144894" y="1710969"/>
                  </a:lnTo>
                  <a:lnTo>
                    <a:pt x="137477" y="1714627"/>
                  </a:lnTo>
                  <a:lnTo>
                    <a:pt x="0" y="1730692"/>
                  </a:lnTo>
                  <a:lnTo>
                    <a:pt x="137477" y="1746758"/>
                  </a:lnTo>
                  <a:lnTo>
                    <a:pt x="144894" y="1750415"/>
                  </a:lnTo>
                  <a:lnTo>
                    <a:pt x="156286" y="1761807"/>
                  </a:lnTo>
                  <a:lnTo>
                    <a:pt x="159943" y="1769237"/>
                  </a:lnTo>
                  <a:lnTo>
                    <a:pt x="176009" y="1906816"/>
                  </a:lnTo>
                  <a:lnTo>
                    <a:pt x="192074" y="1769237"/>
                  </a:lnTo>
                  <a:lnTo>
                    <a:pt x="195745" y="1761807"/>
                  </a:lnTo>
                  <a:lnTo>
                    <a:pt x="207124" y="1750415"/>
                  </a:lnTo>
                  <a:lnTo>
                    <a:pt x="214553" y="1746758"/>
                  </a:lnTo>
                  <a:lnTo>
                    <a:pt x="352031" y="1730692"/>
                  </a:lnTo>
                  <a:close/>
                </a:path>
                <a:path w="352425" h="1906905">
                  <a:moveTo>
                    <a:pt x="352031" y="953401"/>
                  </a:moveTo>
                  <a:lnTo>
                    <a:pt x="214553" y="937336"/>
                  </a:lnTo>
                  <a:lnTo>
                    <a:pt x="176009" y="777379"/>
                  </a:lnTo>
                  <a:lnTo>
                    <a:pt x="159943" y="914869"/>
                  </a:lnTo>
                  <a:lnTo>
                    <a:pt x="156286" y="922286"/>
                  </a:lnTo>
                  <a:lnTo>
                    <a:pt x="144894" y="933678"/>
                  </a:lnTo>
                  <a:lnTo>
                    <a:pt x="137477" y="937336"/>
                  </a:lnTo>
                  <a:lnTo>
                    <a:pt x="0" y="953401"/>
                  </a:lnTo>
                  <a:lnTo>
                    <a:pt x="137477" y="969467"/>
                  </a:lnTo>
                  <a:lnTo>
                    <a:pt x="144894" y="973137"/>
                  </a:lnTo>
                  <a:lnTo>
                    <a:pt x="156286" y="984516"/>
                  </a:lnTo>
                  <a:lnTo>
                    <a:pt x="159943" y="991946"/>
                  </a:lnTo>
                  <a:lnTo>
                    <a:pt x="176009" y="1129423"/>
                  </a:lnTo>
                  <a:lnTo>
                    <a:pt x="192074" y="991946"/>
                  </a:lnTo>
                  <a:lnTo>
                    <a:pt x="195745" y="984516"/>
                  </a:lnTo>
                  <a:lnTo>
                    <a:pt x="207124" y="973137"/>
                  </a:lnTo>
                  <a:lnTo>
                    <a:pt x="214553" y="969467"/>
                  </a:lnTo>
                  <a:lnTo>
                    <a:pt x="352031" y="953401"/>
                  </a:lnTo>
                  <a:close/>
                </a:path>
                <a:path w="352425" h="1906905">
                  <a:moveTo>
                    <a:pt x="352031" y="176110"/>
                  </a:moveTo>
                  <a:lnTo>
                    <a:pt x="214553" y="160045"/>
                  </a:lnTo>
                  <a:lnTo>
                    <a:pt x="176009" y="0"/>
                  </a:lnTo>
                  <a:lnTo>
                    <a:pt x="159943" y="137579"/>
                  </a:lnTo>
                  <a:lnTo>
                    <a:pt x="156286" y="144995"/>
                  </a:lnTo>
                  <a:lnTo>
                    <a:pt x="144894" y="156387"/>
                  </a:lnTo>
                  <a:lnTo>
                    <a:pt x="137477" y="160045"/>
                  </a:lnTo>
                  <a:lnTo>
                    <a:pt x="0" y="176110"/>
                  </a:lnTo>
                  <a:lnTo>
                    <a:pt x="137477" y="192176"/>
                  </a:lnTo>
                  <a:lnTo>
                    <a:pt x="144894" y="195846"/>
                  </a:lnTo>
                  <a:lnTo>
                    <a:pt x="156286" y="207225"/>
                  </a:lnTo>
                  <a:lnTo>
                    <a:pt x="159943" y="214655"/>
                  </a:lnTo>
                  <a:lnTo>
                    <a:pt x="176009" y="352132"/>
                  </a:lnTo>
                  <a:lnTo>
                    <a:pt x="192074" y="214655"/>
                  </a:lnTo>
                  <a:lnTo>
                    <a:pt x="195745" y="207225"/>
                  </a:lnTo>
                  <a:lnTo>
                    <a:pt x="207124" y="195846"/>
                  </a:lnTo>
                  <a:lnTo>
                    <a:pt x="214553" y="192176"/>
                  </a:lnTo>
                  <a:lnTo>
                    <a:pt x="352031" y="17611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 descr=""/>
          <p:cNvGrpSpPr/>
          <p:nvPr/>
        </p:nvGrpSpPr>
        <p:grpSpPr>
          <a:xfrm>
            <a:off x="10380454" y="3481898"/>
            <a:ext cx="7907655" cy="6805295"/>
            <a:chOff x="10380454" y="3481898"/>
            <a:chExt cx="7907655" cy="6805295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80454" y="7628542"/>
              <a:ext cx="7907544" cy="2658457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7078186" y="7349045"/>
              <a:ext cx="352425" cy="1906905"/>
            </a:xfrm>
            <a:custGeom>
              <a:avLst/>
              <a:gdLst/>
              <a:ahLst/>
              <a:cxnLst/>
              <a:rect l="l" t="t" r="r" b="b"/>
              <a:pathLst>
                <a:path w="352425" h="1906904">
                  <a:moveTo>
                    <a:pt x="352031" y="1730692"/>
                  </a:moveTo>
                  <a:lnTo>
                    <a:pt x="214553" y="1714627"/>
                  </a:lnTo>
                  <a:lnTo>
                    <a:pt x="176009" y="1554683"/>
                  </a:lnTo>
                  <a:lnTo>
                    <a:pt x="159943" y="1692160"/>
                  </a:lnTo>
                  <a:lnTo>
                    <a:pt x="156286" y="1699577"/>
                  </a:lnTo>
                  <a:lnTo>
                    <a:pt x="144894" y="1710969"/>
                  </a:lnTo>
                  <a:lnTo>
                    <a:pt x="137477" y="1714627"/>
                  </a:lnTo>
                  <a:lnTo>
                    <a:pt x="0" y="1730692"/>
                  </a:lnTo>
                  <a:lnTo>
                    <a:pt x="137477" y="1746758"/>
                  </a:lnTo>
                  <a:lnTo>
                    <a:pt x="144894" y="1750428"/>
                  </a:lnTo>
                  <a:lnTo>
                    <a:pt x="156286" y="1761807"/>
                  </a:lnTo>
                  <a:lnTo>
                    <a:pt x="159943" y="1769237"/>
                  </a:lnTo>
                  <a:lnTo>
                    <a:pt x="176009" y="1906816"/>
                  </a:lnTo>
                  <a:lnTo>
                    <a:pt x="192074" y="1769237"/>
                  </a:lnTo>
                  <a:lnTo>
                    <a:pt x="195745" y="1761807"/>
                  </a:lnTo>
                  <a:lnTo>
                    <a:pt x="207124" y="1750428"/>
                  </a:lnTo>
                  <a:lnTo>
                    <a:pt x="214553" y="1746758"/>
                  </a:lnTo>
                  <a:lnTo>
                    <a:pt x="352031" y="1730692"/>
                  </a:lnTo>
                  <a:close/>
                </a:path>
                <a:path w="352425" h="1906904">
                  <a:moveTo>
                    <a:pt x="352031" y="953414"/>
                  </a:moveTo>
                  <a:lnTo>
                    <a:pt x="214553" y="937336"/>
                  </a:lnTo>
                  <a:lnTo>
                    <a:pt x="176009" y="777392"/>
                  </a:lnTo>
                  <a:lnTo>
                    <a:pt x="159943" y="914869"/>
                  </a:lnTo>
                  <a:lnTo>
                    <a:pt x="156286" y="922286"/>
                  </a:lnTo>
                  <a:lnTo>
                    <a:pt x="144894" y="933678"/>
                  </a:lnTo>
                  <a:lnTo>
                    <a:pt x="137477" y="937336"/>
                  </a:lnTo>
                  <a:lnTo>
                    <a:pt x="0" y="953414"/>
                  </a:lnTo>
                  <a:lnTo>
                    <a:pt x="137477" y="969479"/>
                  </a:lnTo>
                  <a:lnTo>
                    <a:pt x="144894" y="973137"/>
                  </a:lnTo>
                  <a:lnTo>
                    <a:pt x="156286" y="984529"/>
                  </a:lnTo>
                  <a:lnTo>
                    <a:pt x="159943" y="991946"/>
                  </a:lnTo>
                  <a:lnTo>
                    <a:pt x="176009" y="1129423"/>
                  </a:lnTo>
                  <a:lnTo>
                    <a:pt x="192074" y="991946"/>
                  </a:lnTo>
                  <a:lnTo>
                    <a:pt x="195745" y="984529"/>
                  </a:lnTo>
                  <a:lnTo>
                    <a:pt x="207124" y="973137"/>
                  </a:lnTo>
                  <a:lnTo>
                    <a:pt x="214553" y="969479"/>
                  </a:lnTo>
                  <a:lnTo>
                    <a:pt x="352031" y="953414"/>
                  </a:lnTo>
                  <a:close/>
                </a:path>
                <a:path w="352425" h="1906904">
                  <a:moveTo>
                    <a:pt x="352031" y="176123"/>
                  </a:moveTo>
                  <a:lnTo>
                    <a:pt x="214553" y="160058"/>
                  </a:lnTo>
                  <a:lnTo>
                    <a:pt x="176009" y="0"/>
                  </a:lnTo>
                  <a:lnTo>
                    <a:pt x="159943" y="137579"/>
                  </a:lnTo>
                  <a:lnTo>
                    <a:pt x="156286" y="145008"/>
                  </a:lnTo>
                  <a:lnTo>
                    <a:pt x="144894" y="156387"/>
                  </a:lnTo>
                  <a:lnTo>
                    <a:pt x="137477" y="160058"/>
                  </a:lnTo>
                  <a:lnTo>
                    <a:pt x="0" y="176123"/>
                  </a:lnTo>
                  <a:lnTo>
                    <a:pt x="137477" y="192189"/>
                  </a:lnTo>
                  <a:lnTo>
                    <a:pt x="144894" y="195846"/>
                  </a:lnTo>
                  <a:lnTo>
                    <a:pt x="156286" y="207238"/>
                  </a:lnTo>
                  <a:lnTo>
                    <a:pt x="159943" y="214655"/>
                  </a:lnTo>
                  <a:lnTo>
                    <a:pt x="176009" y="352132"/>
                  </a:lnTo>
                  <a:lnTo>
                    <a:pt x="192074" y="214655"/>
                  </a:lnTo>
                  <a:lnTo>
                    <a:pt x="195745" y="207238"/>
                  </a:lnTo>
                  <a:lnTo>
                    <a:pt x="207124" y="195846"/>
                  </a:lnTo>
                  <a:lnTo>
                    <a:pt x="214553" y="192189"/>
                  </a:lnTo>
                  <a:lnTo>
                    <a:pt x="352031" y="176123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35949" y="3481898"/>
              <a:ext cx="4952050" cy="47434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9895" y="3938880"/>
            <a:ext cx="8954135" cy="197485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2750" spc="450"/>
              <a:t>THANK</a:t>
            </a:r>
            <a:r>
              <a:rPr dirty="0" sz="12750" spc="5"/>
              <a:t> </a:t>
            </a:r>
            <a:r>
              <a:rPr dirty="0" sz="12750" spc="325"/>
              <a:t>YOU</a:t>
            </a:r>
            <a:endParaRPr sz="12750"/>
          </a:p>
        </p:txBody>
      </p:sp>
      <p:sp>
        <p:nvSpPr>
          <p:cNvPr id="3" name="object 3" descr=""/>
          <p:cNvSpPr/>
          <p:nvPr/>
        </p:nvSpPr>
        <p:spPr>
          <a:xfrm>
            <a:off x="847587" y="1031140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176018" y="352138"/>
                </a:moveTo>
                <a:lnTo>
                  <a:pt x="159952" y="214659"/>
                </a:lnTo>
                <a:lnTo>
                  <a:pt x="0" y="176120"/>
                </a:lnTo>
                <a:lnTo>
                  <a:pt x="137479" y="160053"/>
                </a:lnTo>
                <a:lnTo>
                  <a:pt x="144902" y="156393"/>
                </a:lnTo>
                <a:lnTo>
                  <a:pt x="156291" y="145004"/>
                </a:lnTo>
                <a:lnTo>
                  <a:pt x="159952" y="137581"/>
                </a:lnTo>
                <a:lnTo>
                  <a:pt x="176018" y="0"/>
                </a:lnTo>
                <a:lnTo>
                  <a:pt x="192084" y="137581"/>
                </a:lnTo>
                <a:lnTo>
                  <a:pt x="195745" y="145004"/>
                </a:lnTo>
                <a:lnTo>
                  <a:pt x="207134" y="156393"/>
                </a:lnTo>
                <a:lnTo>
                  <a:pt x="214557" y="160053"/>
                </a:lnTo>
                <a:lnTo>
                  <a:pt x="352037" y="176120"/>
                </a:lnTo>
                <a:lnTo>
                  <a:pt x="214557" y="192186"/>
                </a:lnTo>
                <a:lnTo>
                  <a:pt x="207134" y="195847"/>
                </a:lnTo>
                <a:lnTo>
                  <a:pt x="195745" y="207236"/>
                </a:lnTo>
                <a:lnTo>
                  <a:pt x="192084" y="214659"/>
                </a:lnTo>
                <a:lnTo>
                  <a:pt x="176018" y="352138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47587" y="1808530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176018" y="352037"/>
                </a:moveTo>
                <a:lnTo>
                  <a:pt x="159952" y="214557"/>
                </a:lnTo>
                <a:lnTo>
                  <a:pt x="0" y="176018"/>
                </a:lnTo>
                <a:lnTo>
                  <a:pt x="137479" y="159952"/>
                </a:lnTo>
                <a:lnTo>
                  <a:pt x="144902" y="156291"/>
                </a:lnTo>
                <a:lnTo>
                  <a:pt x="156291" y="144902"/>
                </a:lnTo>
                <a:lnTo>
                  <a:pt x="159952" y="137479"/>
                </a:lnTo>
                <a:lnTo>
                  <a:pt x="176018" y="0"/>
                </a:lnTo>
                <a:lnTo>
                  <a:pt x="192084" y="137479"/>
                </a:lnTo>
                <a:lnTo>
                  <a:pt x="195745" y="144902"/>
                </a:lnTo>
                <a:lnTo>
                  <a:pt x="207134" y="156291"/>
                </a:lnTo>
                <a:lnTo>
                  <a:pt x="214557" y="159952"/>
                </a:lnTo>
                <a:lnTo>
                  <a:pt x="352037" y="176018"/>
                </a:lnTo>
                <a:lnTo>
                  <a:pt x="214557" y="192084"/>
                </a:lnTo>
                <a:lnTo>
                  <a:pt x="207134" y="195745"/>
                </a:lnTo>
                <a:lnTo>
                  <a:pt x="195745" y="207134"/>
                </a:lnTo>
                <a:lnTo>
                  <a:pt x="192084" y="214557"/>
                </a:lnTo>
                <a:lnTo>
                  <a:pt x="176018" y="352037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47587" y="2585817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176018" y="352138"/>
                </a:moveTo>
                <a:lnTo>
                  <a:pt x="159952" y="214557"/>
                </a:lnTo>
                <a:lnTo>
                  <a:pt x="0" y="176018"/>
                </a:lnTo>
                <a:lnTo>
                  <a:pt x="137479" y="159952"/>
                </a:lnTo>
                <a:lnTo>
                  <a:pt x="144902" y="156291"/>
                </a:lnTo>
                <a:lnTo>
                  <a:pt x="156291" y="144902"/>
                </a:lnTo>
                <a:lnTo>
                  <a:pt x="159952" y="137479"/>
                </a:lnTo>
                <a:lnTo>
                  <a:pt x="176018" y="0"/>
                </a:lnTo>
                <a:lnTo>
                  <a:pt x="192084" y="137479"/>
                </a:lnTo>
                <a:lnTo>
                  <a:pt x="195745" y="144902"/>
                </a:lnTo>
                <a:lnTo>
                  <a:pt x="207134" y="156291"/>
                </a:lnTo>
                <a:lnTo>
                  <a:pt x="214557" y="159952"/>
                </a:lnTo>
                <a:lnTo>
                  <a:pt x="352037" y="176018"/>
                </a:lnTo>
                <a:lnTo>
                  <a:pt x="214557" y="192085"/>
                </a:lnTo>
                <a:lnTo>
                  <a:pt x="207134" y="195745"/>
                </a:lnTo>
                <a:lnTo>
                  <a:pt x="195745" y="207134"/>
                </a:lnTo>
                <a:lnTo>
                  <a:pt x="192084" y="214557"/>
                </a:lnTo>
                <a:lnTo>
                  <a:pt x="176018" y="352138"/>
                </a:lnTo>
                <a:close/>
              </a:path>
            </a:pathLst>
          </a:custGeom>
          <a:solidFill>
            <a:srgbClr val="6F6F6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Shagun Shaw</dc:creator>
  <cp:keywords>DAG4wvjzl2Q,BAGKG_aO-l4,0</cp:keywords>
  <dc:title>Gray Simple Minimal Presentation</dc:title>
  <dcterms:created xsi:type="dcterms:W3CDTF">2025-11-15T14:22:57Z</dcterms:created>
  <dcterms:modified xsi:type="dcterms:W3CDTF">2025-11-15T14:22:57Z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2025-11-15T00:00:00Z</vt:filetime>
  </property>
  <property fmtid="{D5CDD505-2E9C-101B-9397-08002B2CF9AE}" pid="5" name="Producer">
    <vt:lpwstr>Canva</vt:lpwstr>
  </property>
</Properties>
</file>